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3" r:id="rId5"/>
    <p:sldId id="264" r:id="rId6"/>
    <p:sldId id="265" r:id="rId7"/>
    <p:sldId id="267" r:id="rId8"/>
    <p:sldId id="266" r:id="rId9"/>
    <p:sldId id="261" r:id="rId10"/>
    <p:sldId id="268" r:id="rId11"/>
    <p:sldId id="259" r:id="rId12"/>
    <p:sldId id="27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872166-5D34-4580-AADC-B40A4BC2D062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CB327-C73D-4C27-8F51-C17CD8159E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94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B327-C73D-4C27-8F51-C17CD8159ED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003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44380-D2E7-4691-AFD3-A1FC85B55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C14434B-3DD5-448F-A34D-5830BD714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AE84-2BC7-44E5-84DB-5AB108E1F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8C5B5-24A9-4825-A644-99B8B1185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CCA148-59AC-4FD0-A565-5BF96E92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923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79032-B395-4D54-B854-682FFC77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1C635F-E794-417E-AE59-556C82D74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C05790-0650-4FEE-A002-F4F1338F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C4B449-9FE7-4E22-B85C-1E0F8BFC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43FB33-7008-4A02-AD42-7F2DB986B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5147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9329A-B6E8-4EDE-B4D0-BB66E74E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936A46-82E0-42C2-B75A-155FD1A5E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E86EE6-81AE-4E86-90F9-204E00D95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FB6D7B-F788-401C-BA13-F9B71AD35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281F88-39D7-456C-811E-00BEEF84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1158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BFAA1C-52A6-4068-BE9C-4D8B72FC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7DFDDC-F315-40A2-81AD-EDF7F0E2AD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E64DA2-0C13-40AB-91D2-C5773C20E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D63923-37E1-4A27-A0C9-F8921046D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5B6EDA-0164-4159-B2B2-7365E6C22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35E64D-B936-4A0A-AE98-B377B0A25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4705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E1621-6065-49ED-ACE4-DF5CC3D1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65BA00-357A-40DB-B0CF-121A72AB5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F7CCA0-D90D-458B-9394-2AB8FE0D1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862C589-E0E6-4545-B22E-1FE1DA8E1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9BA0C1-9B31-4CCA-9B24-1527EE016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B5C92B-6701-4999-A5C4-B6A88A061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0F4039B-335E-4C78-AD5F-2B0B44FC9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0CB341-B6FF-4AA1-A2AF-6ADBC6936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522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196CBF-6557-422F-A87A-3EE3D025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049A51-E476-44F4-9142-539EFF0E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7D060E4-9D9C-43E1-81C4-03DC4BE8F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5D31039-D332-460E-91E1-109AEBAA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02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F80D9BE-E921-4A51-9A36-B98A71F8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A344DE-E289-4CF4-98F8-6B66CD20C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A6029F-9656-4E04-B865-B761C407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813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8E6BD4-D6B2-4F26-B5BA-6EB5B5B0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4739D1-404E-4AC0-BC72-FB2ACCDD2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078D577-C625-4758-B7E7-0C9B291465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B0C747-E3BA-460B-AF6A-82915ECC0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8B52A9-E220-417B-A991-EA1469BCC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567C88-5134-4B60-9A10-AEE182F9D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569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C3A50A-4F5A-43D8-9392-83296CC9A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82E1C2C-27CF-4EED-A771-B15C11FFEF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1C35E39-68B1-4501-B3D3-C5224705F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E0FFAD-5CAB-4C22-8FB8-5017917C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5B88CA-C69C-4DD9-8E3C-414EC8293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EF33F-83FA-4470-810B-2D42C342C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7113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BED653-247F-46D8-9076-D7525F32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0BCFD47-74FE-4BB4-8945-AC463AED7E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3F218F-3086-45EA-8B60-B0ABE4290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1D5E78-72E8-4164-8ABF-36899EA3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FA6872-1CF6-4606-8A20-9D34B134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01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1071A9E-5BEF-41FC-A650-8EC40265F5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4C59E0-E2F9-4948-8105-8240DEB7F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7DCF5E-0697-49E9-A6A9-1F504168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E14F30-772F-4B45-848C-B73C477D6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448D8B-0ABC-44DE-81A7-AD7EE954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7861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C5BA85-61DD-420D-9E0C-DF491F40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3853EA-4D6B-4DA3-8264-248D8138B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756FD1-1D06-4D19-AB91-83109DDC4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DDFDC-EA35-4747-8087-FB51572E6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46FBBF-0B57-4B18-99AB-B0A741019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9785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eg"/><Relationship Id="rId7" Type="http://schemas.openxmlformats.org/officeDocument/2006/relationships/image" Target="../media/image15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Relationship Id="rId9" Type="http://schemas.openxmlformats.org/officeDocument/2006/relationships/image" Target="../media/image1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26628F-CB40-49BA-AE4E-700EC4B579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4958A6-366D-413D-AE4D-36FA599311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873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9177CB-54A5-4ADD-AA72-19AF4FB57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コンセプト</a:t>
            </a:r>
          </a:p>
        </p:txBody>
      </p:sp>
      <p:pic>
        <p:nvPicPr>
          <p:cNvPr id="12" name="コンテンツ プレースホルダー 11">
            <a:extLst>
              <a:ext uri="{FF2B5EF4-FFF2-40B4-BE49-F238E27FC236}">
                <a16:creationId xmlns:a16="http://schemas.microsoft.com/office/drawing/2014/main" id="{83324155-653C-41AF-A639-0AF52E410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96522" y="1441048"/>
            <a:ext cx="3598955" cy="3671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8" descr="浮かれる人のイラスト（男性）">
            <a:extLst>
              <a:ext uri="{FF2B5EF4-FFF2-40B4-BE49-F238E27FC236}">
                <a16:creationId xmlns:a16="http://schemas.microsoft.com/office/drawing/2014/main" id="{74A5A334-3EB4-41B5-B01A-2962CDB5CF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EEBBB92-8117-4CB4-AE8D-39B42942BED5}"/>
              </a:ext>
            </a:extLst>
          </p:cNvPr>
          <p:cNvSpPr txBox="1"/>
          <p:nvPr/>
        </p:nvSpPr>
        <p:spPr>
          <a:xfrm>
            <a:off x="2672366" y="5386141"/>
            <a:ext cx="6961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/>
              <a:t>何も考えなくていい</a:t>
            </a:r>
            <a:endParaRPr kumimoji="1" lang="en-US" altLang="ja-JP" sz="3600" b="1" dirty="0"/>
          </a:p>
          <a:p>
            <a:pPr algn="ctr"/>
            <a:r>
              <a:rPr kumimoji="1" lang="ja-JP" altLang="en-US" sz="3600" b="1" dirty="0"/>
              <a:t>出玉の爽快感</a:t>
            </a:r>
          </a:p>
        </p:txBody>
      </p:sp>
    </p:spTree>
    <p:extLst>
      <p:ext uri="{BB962C8B-B14F-4D97-AF65-F5344CB8AC3E}">
        <p14:creationId xmlns:p14="http://schemas.microsoft.com/office/powerpoint/2010/main" val="3142487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4E94-54F4-429D-B868-EFCA9AEA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補足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A1A04F-C2FF-46D9-B452-07DF8A21A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何も考えなくていい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目押しが出来なくても楽しめる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r>
              <a:rPr lang="ja-JP" altLang="en-US" dirty="0"/>
              <a:t>シンプルなゲーム性で初めてパチスロ打つ人もワクワクできる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出玉の爽快感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ベル連での敵を大量に倒す爽快感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47715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7260B-CFDF-4119-8E36-7AF77389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ビジュアル、設定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40BA85-7CBB-43B2-8254-88EBEA7A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" t="73327" r="-673" b="-1036"/>
          <a:stretch/>
        </p:blipFill>
        <p:spPr>
          <a:xfrm>
            <a:off x="2521870" y="2145339"/>
            <a:ext cx="7336751" cy="3079592"/>
          </a:xfrm>
        </p:spPr>
      </p:pic>
    </p:spTree>
    <p:extLst>
      <p:ext uri="{BB962C8B-B14F-4D97-AF65-F5344CB8AC3E}">
        <p14:creationId xmlns:p14="http://schemas.microsoft.com/office/powerpoint/2010/main" val="220382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FE5A5-6200-4A09-AAA5-898C8B57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モチーフ作品</a:t>
            </a:r>
            <a:endParaRPr kumimoji="1" lang="ja-JP" alt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9B0DE094-9EF9-40AD-B86E-A42277E3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3356" y="1825625"/>
            <a:ext cx="90652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スマスロ 北斗の拳 転生の章2（北斗転生2パチスロ）設定判別・天井・ゾーン・解析・打ち方・ヤメ時">
            <a:extLst>
              <a:ext uri="{FF2B5EF4-FFF2-40B4-BE49-F238E27FC236}">
                <a16:creationId xmlns:a16="http://schemas.microsoft.com/office/drawing/2014/main" id="{FA9C7DFB-F23D-4A53-BBC4-4199765387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42856" y="357925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0997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1F30D3-D26A-442F-AAA6-B226F44DC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ゲームフロー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0EBD18-4F06-414F-83C3-326748E86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266" y="2089174"/>
            <a:ext cx="5226734" cy="294003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9F643E-B231-4666-B49E-7C77B0BE8054}"/>
              </a:ext>
            </a:extLst>
          </p:cNvPr>
          <p:cNvSpPr txBox="1"/>
          <p:nvPr/>
        </p:nvSpPr>
        <p:spPr>
          <a:xfrm>
            <a:off x="442947" y="5371633"/>
            <a:ext cx="11130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ボーナスゲーム</a:t>
            </a:r>
            <a:r>
              <a:rPr kumimoji="1" lang="ja-JP" altLang="en-US" dirty="0"/>
              <a:t>とバトルゲームをループするゲーム性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ボーナスゲームでは、</a:t>
            </a:r>
            <a:r>
              <a:rPr lang="ja-JP" altLang="en-US" dirty="0"/>
              <a:t>小役</a:t>
            </a:r>
            <a:r>
              <a:rPr kumimoji="1" lang="ja-JP" altLang="en-US" dirty="0"/>
              <a:t>による。球の獲得抽選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バトルゲームでは、獲得した球と小役に応じて突破抽選。突破でまた消化パートへ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バトルで余った球は次に持ち越し、このループで出玉を伸ばす</a:t>
            </a:r>
            <a:endParaRPr kumimoji="1" lang="en-US" altLang="ja-JP" dirty="0"/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226F26F3-6B42-4199-A7BB-A8828315F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9173"/>
            <a:ext cx="5531109" cy="31112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39232CD-9BDF-4DAB-B20D-8EA29820B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74518">
            <a:off x="5117233" y="2571613"/>
            <a:ext cx="2185670" cy="218567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AE75D8-ADD5-4AD0-BE0A-779861942EEE}"/>
              </a:ext>
            </a:extLst>
          </p:cNvPr>
          <p:cNvSpPr txBox="1"/>
          <p:nvPr/>
        </p:nvSpPr>
        <p:spPr>
          <a:xfrm>
            <a:off x="1706450" y="1572926"/>
            <a:ext cx="192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A1618E-1D6A-4326-9293-F32AC6DA5E4E}"/>
              </a:ext>
            </a:extLst>
          </p:cNvPr>
          <p:cNvSpPr txBox="1"/>
          <p:nvPr/>
        </p:nvSpPr>
        <p:spPr>
          <a:xfrm>
            <a:off x="3047464" y="3244334"/>
            <a:ext cx="6094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ボーナスゲーム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790D9E-ECE9-4959-82F2-824B60F9722E}"/>
              </a:ext>
            </a:extLst>
          </p:cNvPr>
          <p:cNvSpPr txBox="1"/>
          <p:nvPr/>
        </p:nvSpPr>
        <p:spPr>
          <a:xfrm>
            <a:off x="8055706" y="1572926"/>
            <a:ext cx="304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425070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60815D-596A-4E1A-A64B-93551C39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729" y="223166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ゲームでのイメージ</a:t>
            </a:r>
          </a:p>
        </p:txBody>
      </p:sp>
      <p:pic>
        <p:nvPicPr>
          <p:cNvPr id="1026" name="Picture 2" descr="雑文・残機｜眞水清輝">
            <a:extLst>
              <a:ext uri="{FF2B5EF4-FFF2-40B4-BE49-F238E27FC236}">
                <a16:creationId xmlns:a16="http://schemas.microsoft.com/office/drawing/2014/main" id="{DE9A113C-5AA4-442C-B158-28D409F3177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13" t="19982" r="29874" b="27480"/>
          <a:stretch/>
        </p:blipFill>
        <p:spPr bwMode="auto">
          <a:xfrm>
            <a:off x="1012063" y="2417975"/>
            <a:ext cx="3116688" cy="21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253161FE-1CA9-4E61-9DEF-06C22B780D1B}"/>
              </a:ext>
            </a:extLst>
          </p:cNvPr>
          <p:cNvSpPr/>
          <p:nvPr/>
        </p:nvSpPr>
        <p:spPr>
          <a:xfrm>
            <a:off x="2699196" y="3503020"/>
            <a:ext cx="946598" cy="90796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28" name="Picture 4" descr="【偽クッパの正体】 攻略 スーパーマリオブラザーズ 初代 ミニファミコン　&quot;Unmasking the Fake Bowsers&quot; SUPER  MARIO BROS. mini Famicom">
            <a:extLst>
              <a:ext uri="{FF2B5EF4-FFF2-40B4-BE49-F238E27FC236}">
                <a16:creationId xmlns:a16="http://schemas.microsoft.com/office/drawing/2014/main" id="{A726A312-2A64-4390-9B31-8638809026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49" b="18733"/>
          <a:stretch/>
        </p:blipFill>
        <p:spPr bwMode="auto">
          <a:xfrm>
            <a:off x="7232562" y="2417975"/>
            <a:ext cx="4572000" cy="204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FFFB417C-68BD-41CB-8EF9-2267FDD4A716}"/>
              </a:ext>
            </a:extLst>
          </p:cNvPr>
          <p:cNvSpPr/>
          <p:nvPr/>
        </p:nvSpPr>
        <p:spPr>
          <a:xfrm>
            <a:off x="4335888" y="2987865"/>
            <a:ext cx="2614411" cy="102387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B54C2E-8DC8-4009-8311-B8F24F6C016D}"/>
              </a:ext>
            </a:extLst>
          </p:cNvPr>
          <p:cNvSpPr txBox="1"/>
          <p:nvPr/>
        </p:nvSpPr>
        <p:spPr>
          <a:xfrm>
            <a:off x="388512" y="5217489"/>
            <a:ext cx="40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残機集める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6DE8E88-6502-49AB-8CB4-6E16A9BA549D}"/>
              </a:ext>
            </a:extLst>
          </p:cNvPr>
          <p:cNvSpPr txBox="1"/>
          <p:nvPr/>
        </p:nvSpPr>
        <p:spPr>
          <a:xfrm>
            <a:off x="6709089" y="5081539"/>
            <a:ext cx="56575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/>
              <a:t>その数だけ挑戦！？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75E5C6-332A-4F00-BCFC-ED0E927674C2}"/>
              </a:ext>
            </a:extLst>
          </p:cNvPr>
          <p:cNvSpPr txBox="1"/>
          <p:nvPr/>
        </p:nvSpPr>
        <p:spPr>
          <a:xfrm>
            <a:off x="1571223" y="1915378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1D87ECB-6080-4CD8-9E05-F4CCE1D5AE00}"/>
              </a:ext>
            </a:extLst>
          </p:cNvPr>
          <p:cNvSpPr txBox="1"/>
          <p:nvPr/>
        </p:nvSpPr>
        <p:spPr>
          <a:xfrm>
            <a:off x="6510271" y="1881732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3737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47DD7-1E07-4C8B-A43F-049B3A250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ボーナスゲーム</a:t>
            </a:r>
          </a:p>
        </p:txBody>
      </p:sp>
      <p:pic>
        <p:nvPicPr>
          <p:cNvPr id="4" name="コンテンツ プレースホルダー 4">
            <a:extLst>
              <a:ext uri="{FF2B5EF4-FFF2-40B4-BE49-F238E27FC236}">
                <a16:creationId xmlns:a16="http://schemas.microsoft.com/office/drawing/2014/main" id="{10B771B2-A11E-46E8-8317-88D680731D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7" y="1471152"/>
            <a:ext cx="5725864" cy="3196941"/>
          </a:xfrm>
        </p:spPr>
      </p:pic>
      <p:sp>
        <p:nvSpPr>
          <p:cNvPr id="5" name="矢印: 左 4">
            <a:extLst>
              <a:ext uri="{FF2B5EF4-FFF2-40B4-BE49-F238E27FC236}">
                <a16:creationId xmlns:a16="http://schemas.microsoft.com/office/drawing/2014/main" id="{3F5D3ADA-05A4-422D-8048-6307CED7EE71}"/>
              </a:ext>
            </a:extLst>
          </p:cNvPr>
          <p:cNvSpPr/>
          <p:nvPr/>
        </p:nvSpPr>
        <p:spPr>
          <a:xfrm>
            <a:off x="9023905" y="2479842"/>
            <a:ext cx="1999839" cy="98018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3E4AC3-3C7F-482E-BBC5-CDF1CB0EBFF3}"/>
              </a:ext>
            </a:extLst>
          </p:cNvPr>
          <p:cNvSpPr txBox="1"/>
          <p:nvPr/>
        </p:nvSpPr>
        <p:spPr>
          <a:xfrm>
            <a:off x="9023905" y="1582840"/>
            <a:ext cx="2730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これを集める</a:t>
            </a:r>
            <a:endParaRPr kumimoji="1" lang="en-US" altLang="ja-JP" sz="32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824007F-8E0B-4706-BB3D-B496C2E9BFCB}"/>
              </a:ext>
            </a:extLst>
          </p:cNvPr>
          <p:cNvSpPr txBox="1"/>
          <p:nvPr/>
        </p:nvSpPr>
        <p:spPr>
          <a:xfrm>
            <a:off x="2876961" y="5292546"/>
            <a:ext cx="6438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主にレア役、勝舞揃いで獲得抽選</a:t>
            </a:r>
            <a:endParaRPr kumimoji="1" lang="en-US" altLang="ja-JP" dirty="0"/>
          </a:p>
          <a:p>
            <a:r>
              <a:rPr lang="ja-JP" altLang="en-US" dirty="0"/>
              <a:t>開始時の内部状態によってレア役以外の獲得の優遇、複数取得</a:t>
            </a:r>
            <a:endParaRPr lang="en-US" altLang="ja-JP" dirty="0"/>
          </a:p>
          <a:p>
            <a:r>
              <a:rPr kumimoji="1" lang="ja-JP" altLang="en-US" dirty="0"/>
              <a:t>ステージの演出で内部状態の示唆</a:t>
            </a:r>
          </a:p>
        </p:txBody>
      </p:sp>
    </p:spTree>
    <p:extLst>
      <p:ext uri="{BB962C8B-B14F-4D97-AF65-F5344CB8AC3E}">
        <p14:creationId xmlns:p14="http://schemas.microsoft.com/office/powerpoint/2010/main" val="101076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E6DCD-B8F8-4588-85E9-80478D066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バトルゲーム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FC6DD3-5663-48FB-9C16-AD82C498C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35" y="2503375"/>
            <a:ext cx="4204855" cy="2365231"/>
          </a:xfr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AD009B-9558-4E7B-BF1D-84331B793CB4}"/>
              </a:ext>
            </a:extLst>
          </p:cNvPr>
          <p:cNvSpPr txBox="1"/>
          <p:nvPr/>
        </p:nvSpPr>
        <p:spPr>
          <a:xfrm>
            <a:off x="667935" y="5681293"/>
            <a:ext cx="1063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敵によって期待度が変わる</a:t>
            </a:r>
            <a:r>
              <a:rPr kumimoji="1" lang="en-US" altLang="ja-JP" dirty="0"/>
              <a:t>!?</a:t>
            </a:r>
          </a:p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ゲームで決着</a:t>
            </a:r>
            <a:r>
              <a:rPr kumimoji="1" lang="en-US" altLang="ja-JP" dirty="0"/>
              <a:t>!?</a:t>
            </a:r>
          </a:p>
          <a:p>
            <a:pPr algn="ctr"/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41CE9DB-1F55-4229-BE52-DCA18177E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76378"/>
            <a:ext cx="2092448" cy="117874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82C3946-97E3-42F4-A016-FE097C97E00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r="3985"/>
          <a:stretch/>
        </p:blipFill>
        <p:spPr>
          <a:xfrm>
            <a:off x="5224182" y="2683472"/>
            <a:ext cx="2095029" cy="123436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26E3C5B-FBD0-4C27-AD99-F00643245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739" y="1375870"/>
            <a:ext cx="2085472" cy="117874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B3BA0953-ED97-473B-B737-78D008E8F3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69" y="2708581"/>
            <a:ext cx="2095029" cy="118414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32261B2-8588-4381-BF43-32424EBAA5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1383017"/>
            <a:ext cx="2100630" cy="117874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84919B0-8474-4456-851D-91307C157B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2631173"/>
            <a:ext cx="2249905" cy="1261554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33E23050-F6D2-4DC8-84A7-CE08220ED3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1293062"/>
            <a:ext cx="2249904" cy="1261553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CF80071-30C0-4ABE-9E62-45F557006408}"/>
              </a:ext>
            </a:extLst>
          </p:cNvPr>
          <p:cNvSpPr txBox="1"/>
          <p:nvPr/>
        </p:nvSpPr>
        <p:spPr>
          <a:xfrm>
            <a:off x="6096000" y="439396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弱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58D1E6B-FFBB-4D32-B710-27CB54D85953}"/>
              </a:ext>
            </a:extLst>
          </p:cNvPr>
          <p:cNvSpPr txBox="1"/>
          <p:nvPr/>
        </p:nvSpPr>
        <p:spPr>
          <a:xfrm>
            <a:off x="10704893" y="443406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強</a:t>
            </a:r>
            <a:endParaRPr kumimoji="1" lang="ja-JP" altLang="en-US" dirty="0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4731F569-7461-40FE-A254-016EA67C6AAC}"/>
              </a:ext>
            </a:extLst>
          </p:cNvPr>
          <p:cNvSpPr/>
          <p:nvPr/>
        </p:nvSpPr>
        <p:spPr>
          <a:xfrm>
            <a:off x="6677696" y="4393961"/>
            <a:ext cx="4027197" cy="47464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20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C5076-B3CA-4119-8FC6-6DAA76D65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簡単に言うと</a:t>
            </a:r>
            <a:endParaRPr kumimoji="1" lang="ja-JP" altLang="en-US" dirty="0"/>
          </a:p>
        </p:txBody>
      </p:sp>
      <p:pic>
        <p:nvPicPr>
          <p:cNvPr id="2052" name="Picture 4" descr="画像">
            <a:extLst>
              <a:ext uri="{FF2B5EF4-FFF2-40B4-BE49-F238E27FC236}">
                <a16:creationId xmlns:a16="http://schemas.microsoft.com/office/drawing/2014/main" id="{404D788B-E87B-4C8D-9A4D-5D88A583C47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71" r="19201" b="4919"/>
          <a:stretch/>
        </p:blipFill>
        <p:spPr bwMode="auto">
          <a:xfrm>
            <a:off x="6903077" y="641522"/>
            <a:ext cx="4320862" cy="541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143010-47B9-4E8E-BD2C-5A0356AD4732}"/>
              </a:ext>
            </a:extLst>
          </p:cNvPr>
          <p:cNvSpPr txBox="1"/>
          <p:nvPr/>
        </p:nvSpPr>
        <p:spPr>
          <a:xfrm>
            <a:off x="2062016" y="2290227"/>
            <a:ext cx="22401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残機増やす</a:t>
            </a:r>
            <a:endParaRPr kumimoji="1" lang="en-US" altLang="ja-JP" sz="3200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pic>
        <p:nvPicPr>
          <p:cNvPr id="2054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E5503DBB-E201-4BFF-9A38-6FC1EEF2F4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6204" y="2503736"/>
            <a:ext cx="2003712" cy="1335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BFDBB1B6-B23E-49AE-AF25-6278EED84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561024" y="2628059"/>
            <a:ext cx="2026995" cy="1351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1BAB40-F83C-4F9A-9366-85504A56A79B}"/>
              </a:ext>
            </a:extLst>
          </p:cNvPr>
          <p:cNvSpPr txBox="1"/>
          <p:nvPr/>
        </p:nvSpPr>
        <p:spPr>
          <a:xfrm>
            <a:off x="2062016" y="3549443"/>
            <a:ext cx="2095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バトル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DC3EE3-6EE7-4E32-B2DE-589DD103F053}"/>
              </a:ext>
            </a:extLst>
          </p:cNvPr>
          <p:cNvSpPr txBox="1"/>
          <p:nvPr/>
        </p:nvSpPr>
        <p:spPr>
          <a:xfrm>
            <a:off x="559165" y="2352118"/>
            <a:ext cx="408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余り持ち越し</a:t>
            </a:r>
          </a:p>
        </p:txBody>
      </p:sp>
    </p:spTree>
    <p:extLst>
      <p:ext uri="{BB962C8B-B14F-4D97-AF65-F5344CB8AC3E}">
        <p14:creationId xmlns:p14="http://schemas.microsoft.com/office/powerpoint/2010/main" val="380634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C0BADF-6A5D-417F-B357-FBA08877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617C75A-80F3-4659-8459-07DA3FDC7C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23" t="16996" r="19111" b="28732"/>
          <a:stretch/>
        </p:blipFill>
        <p:spPr>
          <a:xfrm>
            <a:off x="5634508" y="365125"/>
            <a:ext cx="5766655" cy="4351338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643F3C7-F3B1-43E2-B1F3-75D3DF06CFF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125"/>
            <a:ext cx="526437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A2FC16-B311-4629-9958-2C7DFABFCFF1}"/>
              </a:ext>
            </a:extLst>
          </p:cNvPr>
          <p:cNvSpPr txBox="1"/>
          <p:nvPr/>
        </p:nvSpPr>
        <p:spPr>
          <a:xfrm>
            <a:off x="2910625" y="5653825"/>
            <a:ext cx="5975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押し順小役の演出で相手を大量の敵を攻撃</a:t>
            </a:r>
            <a:r>
              <a:rPr lang="ja-JP" altLang="en-US" dirty="0"/>
              <a:t>！！</a:t>
            </a:r>
            <a:endParaRPr lang="en-US" altLang="ja-JP" dirty="0"/>
          </a:p>
          <a:p>
            <a:r>
              <a:rPr lang="ja-JP" altLang="en-US" dirty="0"/>
              <a:t>爽快感ある出玉感！！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50392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35540"/>
            <a:ext cx="9144000" cy="1158883"/>
          </a:xfrm>
        </p:spPr>
        <p:txBody>
          <a:bodyPr/>
          <a:lstStyle/>
          <a:p>
            <a:r>
              <a:rPr kumimoji="1" lang="ja-JP" altLang="en-US" b="1" dirty="0"/>
              <a:t>個人資料</a:t>
            </a:r>
          </a:p>
        </p:txBody>
      </p:sp>
      <p:sp>
        <p:nvSpPr>
          <p:cNvPr id="5" name="字幕 4">
            <a:extLst>
              <a:ext uri="{FF2B5EF4-FFF2-40B4-BE49-F238E27FC236}">
                <a16:creationId xmlns:a16="http://schemas.microsoft.com/office/drawing/2014/main" id="{51F82500-DC95-4A9C-B8E9-49D2495F6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23194"/>
            <a:ext cx="9144000" cy="2734606"/>
          </a:xfrm>
        </p:spPr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98208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212</Words>
  <Application>Microsoft Office PowerPoint</Application>
  <PresentationFormat>ワイド画面</PresentationFormat>
  <Paragraphs>46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HGS創英角ﾎﾟｯﾌﾟ体</vt:lpstr>
      <vt:lpstr>游ゴシック</vt:lpstr>
      <vt:lpstr>游ゴシック Light</vt:lpstr>
      <vt:lpstr>Arial</vt:lpstr>
      <vt:lpstr>Office テーマ</vt:lpstr>
      <vt:lpstr>企画</vt:lpstr>
      <vt:lpstr>コンセプト</vt:lpstr>
      <vt:lpstr>補足</vt:lpstr>
      <vt:lpstr>ビジュアル、設定</vt:lpstr>
      <vt:lpstr>モチーフ作品</vt:lpstr>
      <vt:lpstr>ゲームフロー</vt:lpstr>
      <vt:lpstr>ゲームでのイメージ</vt:lpstr>
      <vt:lpstr>ボーナスゲーム</vt:lpstr>
      <vt:lpstr>バトルゲーム</vt:lpstr>
      <vt:lpstr>簡単に言うと</vt:lpstr>
      <vt:lpstr>PowerPoint プレゼンテーション</vt:lpstr>
      <vt:lpstr>個人資料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バナナ 頑張る</dc:creator>
  <cp:lastModifiedBy>daiki satou</cp:lastModifiedBy>
  <cp:revision>24</cp:revision>
  <dcterms:created xsi:type="dcterms:W3CDTF">2026-10-27T00:19:34Z</dcterms:created>
  <dcterms:modified xsi:type="dcterms:W3CDTF">2026-10-27T05:47:46Z</dcterms:modified>
</cp:coreProperties>
</file>