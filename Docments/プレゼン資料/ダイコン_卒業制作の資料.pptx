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60" r:id="rId4"/>
    <p:sldId id="257" r:id="rId5"/>
    <p:sldId id="258" r:id="rId6"/>
    <p:sldId id="268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98" d="100"/>
          <a:sy n="98" d="100"/>
        </p:scale>
        <p:origin x="5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A41BB6-8BC3-4BF9-8CF7-C21679578722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AA4E96-DC9E-46F1-8CD0-F7B68A1C6E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1004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BB57D-74DD-42F6-8F06-6E7280C21265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4417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339CD8-3016-4015-A4C6-19D9A9B51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421D8CC-1D70-4071-915B-9FBAB4A5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A13F1E-08AC-4284-9A22-5C37DF3AB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3768-9983-43FD-AC5E-77EE5096D7C3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A21BA8-AD48-4B61-8705-C8E20D5D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2D4790-DD4E-42D2-83C5-434F70AFC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B6DB-6740-4DA5-8951-5AEB23B27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4073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5183D4-B34C-4C5E-99BD-94FC010D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45AD1B-8DCE-47F5-98FA-8EDEFA06A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546FD4-238F-4E80-BDA1-33444A778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3768-9983-43FD-AC5E-77EE5096D7C3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1C8155-2D1B-4F6C-96EF-79987AFD4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001E82-5388-4F5A-8CC5-B3A8AD3EF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B6DB-6740-4DA5-8951-5AEB23B27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1016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35260A-1015-4340-8693-879B87742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7EE7191-D514-491A-8BB4-86477F82A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F6E78D-8F33-43B4-B93C-542603E26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3768-9983-43FD-AC5E-77EE5096D7C3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595349-617F-44E8-981C-4B0E8A38B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695321-BD67-40DF-B3AB-60DA8D7B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B6DB-6740-4DA5-8951-5AEB23B27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4833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752A3A-DB2D-4110-A261-65B075D2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6A0DAFD-2D5B-4E15-9D20-6AC1A3ED33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A7AFFCE-33C8-4DD3-9B57-8724BCFF5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D23934-49C4-4CFD-8EC3-0E6206A77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3768-9983-43FD-AC5E-77EE5096D7C3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0CCF89-894D-416C-A222-F3AFA120D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C505718-5B81-45B0-A9D3-31AF986CF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B6DB-6740-4DA5-8951-5AEB23B27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536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3C18E6-A6E6-4015-9875-946ECD1FC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46B454D-8AC4-4891-8E9E-0A87AA273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63B8D6F-E398-47B5-8275-2D37669F6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3071C22-0DCD-4BDB-8F3B-78300A36E9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50BF317-B4CF-4790-86AC-A11E9411A1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2BCEF47-AD6D-40C5-AD36-FE00F479D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3768-9983-43FD-AC5E-77EE5096D7C3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0B854D6-DADD-4B2A-B4AE-D1D4838EC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3473286-9C13-4CF9-81EE-7F9BF5C8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B6DB-6740-4DA5-8951-5AEB23B27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8218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2715BA-2088-427C-892C-0FC43843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EEE6D29-58F8-4837-A573-350CDFC54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3768-9983-43FD-AC5E-77EE5096D7C3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32FD9A4-0D21-4821-822C-870D07AF8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D5CF5FA-24DB-4810-8FBF-519126546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B6DB-6740-4DA5-8951-5AEB23B27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2307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51F3537-DB5A-4D56-BFA2-B06D955E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3768-9983-43FD-AC5E-77EE5096D7C3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CD9176A-2D09-409D-9883-A69CC1221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0BE5B1-B42F-493D-B02C-7779B651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B6DB-6740-4DA5-8951-5AEB23B27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091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1D095F-70CF-4B22-A758-E415F9ECC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556178-C645-4AC3-A368-E8A3BFC78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75BA12-E03D-491F-84EB-981F65922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F0A492F-EB67-4268-94CB-1E1FFA57A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3768-9983-43FD-AC5E-77EE5096D7C3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80F440-9E42-48C2-BAA2-79D59EED4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E93D30-0F53-40B1-B1B4-5E041D243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B6DB-6740-4DA5-8951-5AEB23B27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758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9D38A5-F97B-4B8C-8A35-B413D457F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091E219-1625-447C-83D1-0B69A1C079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1EFD41C-83D5-4BA4-BC77-761D4267B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AC541E-C0CB-4848-8405-B1F9C057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3768-9983-43FD-AC5E-77EE5096D7C3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D33C1C-39C7-4A11-B25D-95B9BB403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61C385-72E4-4591-8D99-AC4BDB2CD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B6DB-6740-4DA5-8951-5AEB23B27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3614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79D4F6-EFF0-4A1A-B069-F3C42FB56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A871FED-A321-4259-A5DB-D5254D36F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BEA4E9-7664-40C5-B070-0E161A42D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3768-9983-43FD-AC5E-77EE5096D7C3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A9810A-ADA7-4372-A664-DFAFC3E04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9E5A83-606B-43C1-8355-46A951FE8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B6DB-6740-4DA5-8951-5AEB23B27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663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B07696B-DF41-4F8A-9ACE-950184BD09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67B2665-6A68-4338-9B06-2A0CFFDA6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BC9980-ECCE-45A0-8E0D-5938EC7E3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3768-9983-43FD-AC5E-77EE5096D7C3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40C908-B2F7-4A28-B6D7-81D114BA1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8279C1-2C1E-44DB-B795-1095E14F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B6DB-6740-4DA5-8951-5AEB23B27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650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D1D850B-456E-471D-9B92-810D41ECE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314D366-24C0-4C18-8628-C73FD2C2E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E4C9D2-FEA5-4AF7-ADE4-22BFB04A30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E3768-9983-43FD-AC5E-77EE5096D7C3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FDAE7F-BA9A-4D83-88A5-9DE64A9AD2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C84825-CDDE-45F5-99EC-B30E20F21C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BB6DB-6740-4DA5-8951-5AEB23B27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3743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media" Target="../media/media4.mp4"/><Relationship Id="rId2" Type="http://schemas.microsoft.com/office/2007/relationships/media" Target="../media/media3.mp4"/><Relationship Id="rId1" Type="http://schemas.openxmlformats.org/officeDocument/2006/relationships/vide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5.mp4"/><Relationship Id="rId1" Type="http://schemas.openxmlformats.org/officeDocument/2006/relationships/video" Target="NULL" TargetMode="Externa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BC6345-74EE-46D1-9FDC-A609F7636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5541"/>
            <a:ext cx="9144000" cy="1018162"/>
          </a:xfrm>
        </p:spPr>
        <p:txBody>
          <a:bodyPr/>
          <a:lstStyle/>
          <a:p>
            <a:r>
              <a:rPr kumimoji="1" lang="ja-JP" altLang="en-US" b="1" dirty="0"/>
              <a:t>テーマ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4B2898A-9754-46F8-A3D9-03F9265BC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65433"/>
            <a:ext cx="12192000" cy="4519450"/>
          </a:xfrm>
        </p:spPr>
        <p:txBody>
          <a:bodyPr>
            <a:normAutofit/>
          </a:bodyPr>
          <a:lstStyle/>
          <a:p>
            <a:r>
              <a:rPr kumimoji="1" lang="ja-JP" altLang="en-US" sz="3500" dirty="0"/>
              <a:t>これまで自分がメイン</a:t>
            </a:r>
            <a:r>
              <a:rPr lang="ja-JP" altLang="en-US" sz="3500" dirty="0"/>
              <a:t>で</a:t>
            </a:r>
            <a:r>
              <a:rPr kumimoji="1" lang="ja-JP" altLang="en-US" sz="3500" dirty="0"/>
              <a:t>やってこなかったことをやりたい</a:t>
            </a:r>
            <a:endParaRPr kumimoji="1" lang="en-US" altLang="ja-JP" sz="3500" dirty="0"/>
          </a:p>
          <a:p>
            <a:endParaRPr kumimoji="1" lang="en-US" altLang="ja-JP" sz="3500" dirty="0"/>
          </a:p>
          <a:p>
            <a:r>
              <a:rPr lang="ja-JP" altLang="en-US" sz="5000" dirty="0"/>
              <a:t>↓</a:t>
            </a:r>
            <a:endParaRPr lang="en-US" altLang="ja-JP" sz="5000" dirty="0"/>
          </a:p>
          <a:p>
            <a:endParaRPr lang="en-US" altLang="ja-JP" sz="4000" dirty="0"/>
          </a:p>
          <a:p>
            <a:r>
              <a:rPr lang="ja-JP" altLang="en-US" sz="4000" dirty="0"/>
              <a:t>カメラを使った演出をこだわりたい</a:t>
            </a:r>
            <a:endParaRPr lang="en-US" altLang="ja-JP" sz="4000" dirty="0"/>
          </a:p>
        </p:txBody>
      </p:sp>
    </p:spTree>
    <p:extLst>
      <p:ext uri="{BB962C8B-B14F-4D97-AF65-F5344CB8AC3E}">
        <p14:creationId xmlns:p14="http://schemas.microsoft.com/office/powerpoint/2010/main" val="251888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BC6345-74EE-46D1-9FDC-A609F7636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070043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3800" dirty="0"/>
              <a:t>そもそもプログラムメインのカメラ演出があるのか？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4B2898A-9754-46F8-A3D9-03F9265BC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560"/>
            <a:ext cx="12192000" cy="1227165"/>
          </a:xfrm>
        </p:spPr>
        <p:txBody>
          <a:bodyPr>
            <a:normAutofit/>
          </a:bodyPr>
          <a:lstStyle/>
          <a:p>
            <a:pPr algn="l"/>
            <a:r>
              <a:rPr lang="ja-JP" altLang="en-US" sz="3200" dirty="0"/>
              <a:t>アニメの台とかだとアニメの映像を使って見せていたり、</a:t>
            </a:r>
            <a:endParaRPr lang="en-US" altLang="ja-JP" sz="3200" dirty="0"/>
          </a:p>
          <a:p>
            <a:pPr algn="l"/>
            <a:r>
              <a:rPr lang="ja-JP" altLang="en-US" sz="3200" dirty="0"/>
              <a:t>新しく映像を作ってそれを流してる台もある</a:t>
            </a:r>
            <a:endParaRPr lang="en-US" altLang="ja-JP" sz="3200" dirty="0"/>
          </a:p>
        </p:txBody>
      </p:sp>
      <p:pic>
        <p:nvPicPr>
          <p:cNvPr id="4" name="画面録画 2026-10-27 111231">
            <a:hlinkClick r:id="" action="ppaction://media"/>
            <a:extLst>
              <a:ext uri="{FF2B5EF4-FFF2-40B4-BE49-F238E27FC236}">
                <a16:creationId xmlns:a16="http://schemas.microsoft.com/office/drawing/2014/main" id="{6894EDB1-EECB-46AA-B135-EAA19047E7E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1883" end="31057.3"/>
                </p14:media>
              </p:ext>
            </p:extLst>
          </p:nvPr>
        </p:nvPicPr>
        <p:blipFill rotWithShape="1">
          <a:blip r:embed="rId5"/>
          <a:srcRect l="23987" t="8536" r="21920" b="39379"/>
          <a:stretch/>
        </p:blipFill>
        <p:spPr>
          <a:xfrm>
            <a:off x="862521" y="3480881"/>
            <a:ext cx="4504504" cy="2490281"/>
          </a:xfrm>
          <a:prstGeom prst="rect">
            <a:avLst/>
          </a:prstGeom>
        </p:spPr>
      </p:pic>
      <p:pic>
        <p:nvPicPr>
          <p:cNvPr id="5" name="画面録画 2026-10-27 113617">
            <a:hlinkClick r:id="" action="ppaction://media"/>
            <a:extLst>
              <a:ext uri="{FF2B5EF4-FFF2-40B4-BE49-F238E27FC236}">
                <a16:creationId xmlns:a16="http://schemas.microsoft.com/office/drawing/2014/main" id="{19C41688-9AE3-458C-B977-F61EF9922F4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3">
                  <p14:trim end="45168.6333"/>
                </p14:media>
              </p:ext>
            </p:extLst>
          </p:nvPr>
        </p:nvPicPr>
        <p:blipFill rotWithShape="1">
          <a:blip r:embed="rId6"/>
          <a:srcRect l="14074" t="4378" r="9935" b="19801"/>
          <a:stretch/>
        </p:blipFill>
        <p:spPr>
          <a:xfrm>
            <a:off x="6501918" y="3482164"/>
            <a:ext cx="4736772" cy="2488998"/>
          </a:xfrm>
          <a:prstGeom prst="rect">
            <a:avLst/>
          </a:prstGeom>
        </p:spPr>
      </p:pic>
      <p:sp>
        <p:nvSpPr>
          <p:cNvPr id="6" name="字幕 2">
            <a:extLst>
              <a:ext uri="{FF2B5EF4-FFF2-40B4-BE49-F238E27FC236}">
                <a16:creationId xmlns:a16="http://schemas.microsoft.com/office/drawing/2014/main" id="{7BDDAE6A-7D83-4671-B2EC-1A06059B8F9E}"/>
              </a:ext>
            </a:extLst>
          </p:cNvPr>
          <p:cNvSpPr txBox="1">
            <a:spLocks/>
          </p:cNvSpPr>
          <p:nvPr/>
        </p:nvSpPr>
        <p:spPr>
          <a:xfrm>
            <a:off x="862521" y="2968698"/>
            <a:ext cx="4504504" cy="590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500" dirty="0"/>
              <a:t>アニメ映像の例</a:t>
            </a:r>
            <a:endParaRPr lang="en-US" altLang="ja-JP" sz="2500" dirty="0"/>
          </a:p>
        </p:txBody>
      </p:sp>
      <p:sp>
        <p:nvSpPr>
          <p:cNvPr id="7" name="字幕 2">
            <a:extLst>
              <a:ext uri="{FF2B5EF4-FFF2-40B4-BE49-F238E27FC236}">
                <a16:creationId xmlns:a16="http://schemas.microsoft.com/office/drawing/2014/main" id="{47A18198-7395-491C-B29B-B318596D7D1E}"/>
              </a:ext>
            </a:extLst>
          </p:cNvPr>
          <p:cNvSpPr txBox="1">
            <a:spLocks/>
          </p:cNvSpPr>
          <p:nvPr/>
        </p:nvSpPr>
        <p:spPr>
          <a:xfrm>
            <a:off x="6501918" y="2968698"/>
            <a:ext cx="4736773" cy="510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500" dirty="0"/>
              <a:t>新規映像の例</a:t>
            </a:r>
            <a:endParaRPr lang="en-US" altLang="ja-JP" sz="2500" dirty="0"/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58E0299F-A2E4-40DC-97E7-2D5D56ADB33D}"/>
              </a:ext>
            </a:extLst>
          </p:cNvPr>
          <p:cNvSpPr txBox="1">
            <a:spLocks/>
          </p:cNvSpPr>
          <p:nvPr/>
        </p:nvSpPr>
        <p:spPr>
          <a:xfrm>
            <a:off x="862521" y="6083030"/>
            <a:ext cx="4504504" cy="478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000" b="0" i="0" dirty="0">
                <a:solidFill>
                  <a:srgbClr val="000000"/>
                </a:solidFill>
                <a:effectLst/>
                <a:latin typeface="ヒラギノ角ゴ Pro W3"/>
              </a:rPr>
              <a:t>L </a:t>
            </a:r>
            <a:r>
              <a:rPr lang="ja-JP" altLang="en-US" sz="2000" b="0" i="0" dirty="0">
                <a:solidFill>
                  <a:srgbClr val="000000"/>
                </a:solidFill>
                <a:effectLst/>
                <a:latin typeface="ヒラギノ角ゴ Pro W3"/>
              </a:rPr>
              <a:t>スマスロ リコリス・リコイル</a:t>
            </a:r>
            <a:endParaRPr lang="en-US" altLang="ja-JP" sz="2500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D193A913-25AA-4CD9-AD44-9CE901469D77}"/>
              </a:ext>
            </a:extLst>
          </p:cNvPr>
          <p:cNvSpPr txBox="1">
            <a:spLocks/>
          </p:cNvSpPr>
          <p:nvPr/>
        </p:nvSpPr>
        <p:spPr>
          <a:xfrm>
            <a:off x="6501917" y="6083030"/>
            <a:ext cx="4736771" cy="4376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000" dirty="0">
                <a:solidFill>
                  <a:srgbClr val="000000"/>
                </a:solidFill>
                <a:latin typeface="ヒラギノ角ゴ Pro W3"/>
              </a:rPr>
              <a:t>P</a:t>
            </a:r>
            <a:r>
              <a:rPr lang="ja-JP" altLang="en-US" sz="2000" dirty="0">
                <a:solidFill>
                  <a:srgbClr val="000000"/>
                </a:solidFill>
                <a:latin typeface="ヒラギノ角ゴ Pro W3"/>
              </a:rPr>
              <a:t>とある科学の超電磁砲２</a:t>
            </a:r>
            <a:endParaRPr lang="en-US" altLang="ja-JP" sz="2500" dirty="0"/>
          </a:p>
        </p:txBody>
      </p:sp>
    </p:spTree>
    <p:extLst>
      <p:ext uri="{BB962C8B-B14F-4D97-AF65-F5344CB8AC3E}">
        <p14:creationId xmlns:p14="http://schemas.microsoft.com/office/powerpoint/2010/main" val="381749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79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949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画面録画 2026-10-27 125254">
            <a:hlinkClick r:id="" action="ppaction://media"/>
            <a:extLst>
              <a:ext uri="{FF2B5EF4-FFF2-40B4-BE49-F238E27FC236}">
                <a16:creationId xmlns:a16="http://schemas.microsoft.com/office/drawing/2014/main" id="{9DD27159-5672-486B-987D-400671F499EF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690" end="21175.6333"/>
                </p14:media>
              </p:ext>
            </p:extLst>
          </p:nvPr>
        </p:nvPicPr>
        <p:blipFill rotWithShape="1">
          <a:blip r:embed="rId5"/>
          <a:srcRect l="22982" r="24378" b="41330"/>
          <a:stretch>
            <a:fillRect/>
          </a:stretch>
        </p:blipFill>
        <p:spPr>
          <a:xfrm>
            <a:off x="1258111" y="3429000"/>
            <a:ext cx="3969501" cy="2303156"/>
          </a:xfrm>
          <a:prstGeom prst="rect">
            <a:avLst/>
          </a:prstGeom>
        </p:spPr>
      </p:pic>
      <p:pic>
        <p:nvPicPr>
          <p:cNvPr id="5" name="画面録画 2026-10-27 125817">
            <a:hlinkClick r:id="" action="ppaction://media"/>
            <a:extLst>
              <a:ext uri="{FF2B5EF4-FFF2-40B4-BE49-F238E27FC236}">
                <a16:creationId xmlns:a16="http://schemas.microsoft.com/office/drawing/2014/main" id="{BCA18645-F0A6-4D5E-B302-C46C360290B1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3">
                  <p14:trim st="4268" end="23659"/>
                </p14:media>
              </p:ext>
            </p:extLst>
          </p:nvPr>
        </p:nvPicPr>
        <p:blipFill rotWithShape="1">
          <a:blip r:embed="rId6"/>
          <a:srcRect l="22910" t="4164" r="22653" b="37390"/>
          <a:stretch>
            <a:fillRect/>
          </a:stretch>
        </p:blipFill>
        <p:spPr>
          <a:xfrm>
            <a:off x="6685528" y="3517939"/>
            <a:ext cx="3969501" cy="2214217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9DBC6345-74EE-46D1-9FDC-A609F7636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070043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3800" dirty="0"/>
              <a:t>そもそもプログラムメインのカメラ演出があるのか？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4B2898A-9754-46F8-A3D9-03F9265BC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02026"/>
            <a:ext cx="12192000" cy="1156512"/>
          </a:xfrm>
        </p:spPr>
        <p:txBody>
          <a:bodyPr>
            <a:normAutofit/>
          </a:bodyPr>
          <a:lstStyle/>
          <a:p>
            <a:pPr algn="l"/>
            <a:r>
              <a:rPr lang="ja-JP" altLang="en-US" sz="3200" dirty="0"/>
              <a:t>しかし敵が違うだけで</a:t>
            </a:r>
            <a:endParaRPr lang="en-US" altLang="ja-JP" sz="3200" dirty="0"/>
          </a:p>
          <a:p>
            <a:pPr algn="l"/>
            <a:r>
              <a:rPr lang="ja-JP" altLang="en-US" sz="3200" dirty="0"/>
              <a:t>カメラや構図が同じような演出も存在してる</a:t>
            </a:r>
            <a:endParaRPr lang="en-US" altLang="ja-JP" sz="3200" dirty="0"/>
          </a:p>
          <a:p>
            <a:pPr algn="l"/>
            <a:endParaRPr lang="en-US" altLang="ja-JP" sz="3200" dirty="0"/>
          </a:p>
        </p:txBody>
      </p:sp>
      <p:sp>
        <p:nvSpPr>
          <p:cNvPr id="6" name="字幕 2">
            <a:extLst>
              <a:ext uri="{FF2B5EF4-FFF2-40B4-BE49-F238E27FC236}">
                <a16:creationId xmlns:a16="http://schemas.microsoft.com/office/drawing/2014/main" id="{4331A201-BCB2-4DB2-B67A-448AB3DF7763}"/>
              </a:ext>
            </a:extLst>
          </p:cNvPr>
          <p:cNvSpPr txBox="1">
            <a:spLocks/>
          </p:cNvSpPr>
          <p:nvPr/>
        </p:nvSpPr>
        <p:spPr>
          <a:xfrm>
            <a:off x="1258111" y="2838996"/>
            <a:ext cx="9396918" cy="590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500" dirty="0"/>
              <a:t>演出の例</a:t>
            </a:r>
            <a:endParaRPr lang="en-US" altLang="ja-JP" sz="2500" dirty="0"/>
          </a:p>
        </p:txBody>
      </p:sp>
      <p:sp>
        <p:nvSpPr>
          <p:cNvPr id="7" name="字幕 2">
            <a:extLst>
              <a:ext uri="{FF2B5EF4-FFF2-40B4-BE49-F238E27FC236}">
                <a16:creationId xmlns:a16="http://schemas.microsoft.com/office/drawing/2014/main" id="{DD9A06B1-5D07-49F6-85CD-D8C7185E0F32}"/>
              </a:ext>
            </a:extLst>
          </p:cNvPr>
          <p:cNvSpPr txBox="1">
            <a:spLocks/>
          </p:cNvSpPr>
          <p:nvPr/>
        </p:nvSpPr>
        <p:spPr>
          <a:xfrm>
            <a:off x="1258111" y="5821094"/>
            <a:ext cx="9396918" cy="709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200" b="0" i="0" dirty="0">
                <a:solidFill>
                  <a:srgbClr val="000000"/>
                </a:solidFill>
                <a:effectLst/>
                <a:latin typeface="ヒラギノ角ゴ Pro W3"/>
              </a:rPr>
              <a:t>L </a:t>
            </a:r>
            <a:r>
              <a:rPr lang="ja-JP" altLang="en-US" sz="2200" b="0" i="0" dirty="0">
                <a:solidFill>
                  <a:srgbClr val="000000"/>
                </a:solidFill>
                <a:effectLst/>
                <a:latin typeface="ヒラギノ角ゴ Pro W3"/>
              </a:rPr>
              <a:t>スマスロ北斗の拳 転生の章</a:t>
            </a:r>
            <a:r>
              <a:rPr lang="en-US" altLang="ja-JP" sz="2200" b="0" i="0" dirty="0">
                <a:solidFill>
                  <a:srgbClr val="000000"/>
                </a:solidFill>
                <a:effectLst/>
                <a:latin typeface="ヒラギノ角ゴ Pro W3"/>
              </a:rPr>
              <a:t>2 </a:t>
            </a:r>
            <a:endParaRPr lang="en-US" altLang="ja-JP" sz="2200" dirty="0"/>
          </a:p>
        </p:txBody>
      </p:sp>
    </p:spTree>
    <p:extLst>
      <p:ext uri="{BB962C8B-B14F-4D97-AF65-F5344CB8AC3E}">
        <p14:creationId xmlns:p14="http://schemas.microsoft.com/office/powerpoint/2010/main" val="1290275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67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BC6345-74EE-46D1-9FDC-A609F7636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310009" cy="1070043"/>
          </a:xfrm>
        </p:spPr>
        <p:txBody>
          <a:bodyPr/>
          <a:lstStyle/>
          <a:p>
            <a:pPr algn="l"/>
            <a:r>
              <a:rPr kumimoji="1" lang="ja-JP" altLang="en-US" dirty="0"/>
              <a:t>制作予定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4B2898A-9754-46F8-A3D9-03F9265BC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74843"/>
            <a:ext cx="10175132" cy="4195863"/>
          </a:xfrm>
        </p:spPr>
        <p:txBody>
          <a:bodyPr/>
          <a:lstStyle/>
          <a:p>
            <a:pPr algn="l"/>
            <a:r>
              <a:rPr kumimoji="1" lang="ja-JP" altLang="en-US" dirty="0"/>
              <a:t>・パチスロに使えそうなカメラエディターの制作</a:t>
            </a:r>
            <a:endParaRPr kumimoji="1" lang="en-US" altLang="ja-JP" dirty="0"/>
          </a:p>
          <a:p>
            <a:pPr algn="l"/>
            <a:r>
              <a:rPr kumimoji="1" lang="ja-JP" altLang="en-US" dirty="0"/>
              <a:t>　</a:t>
            </a:r>
            <a:r>
              <a:rPr lang="ja-JP" altLang="en-US" dirty="0"/>
              <a:t>カメラの位置や回転の変更</a:t>
            </a:r>
            <a:endParaRPr lang="en-US" altLang="ja-JP" dirty="0"/>
          </a:p>
          <a:p>
            <a:pPr algn="l"/>
            <a:r>
              <a:rPr lang="ja-JP" altLang="en-US" dirty="0"/>
              <a:t>　注視対象の指定</a:t>
            </a:r>
            <a:endParaRPr lang="en-US" altLang="ja-JP" dirty="0"/>
          </a:p>
          <a:p>
            <a:pPr algn="l"/>
            <a:r>
              <a:rPr lang="ja-JP" altLang="en-US" dirty="0"/>
              <a:t>　演出データの保存</a:t>
            </a:r>
            <a:endParaRPr lang="en-US" altLang="ja-JP" dirty="0"/>
          </a:p>
          <a:p>
            <a:pPr algn="l"/>
            <a:r>
              <a:rPr lang="ja-JP" altLang="en-US" dirty="0"/>
              <a:t>　</a:t>
            </a:r>
            <a:endParaRPr lang="en-US" altLang="ja-JP" dirty="0"/>
          </a:p>
          <a:p>
            <a:pPr algn="l"/>
            <a:r>
              <a:rPr lang="ja-JP" altLang="en-US" dirty="0"/>
              <a:t>　違和感演出のフラグ設置</a:t>
            </a:r>
            <a:endParaRPr lang="en-US" altLang="ja-JP" dirty="0"/>
          </a:p>
          <a:p>
            <a:pPr algn="l"/>
            <a:r>
              <a:rPr lang="ja-JP" altLang="en-US" dirty="0"/>
              <a:t>　</a:t>
            </a:r>
            <a:r>
              <a:rPr lang="en-US" altLang="ja-JP" dirty="0"/>
              <a:t>(</a:t>
            </a:r>
            <a:r>
              <a:rPr lang="ja-JP" altLang="en-US" dirty="0"/>
              <a:t>画面揺れ、エフェクトの色示唆など</a:t>
            </a:r>
            <a:r>
              <a:rPr lang="en-US" altLang="ja-JP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23946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BC6345-74EE-46D1-9FDC-A609F7636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297038" cy="1070043"/>
          </a:xfrm>
        </p:spPr>
        <p:txBody>
          <a:bodyPr/>
          <a:lstStyle/>
          <a:p>
            <a:pPr algn="l"/>
            <a:r>
              <a:rPr kumimoji="1" lang="ja-JP" altLang="en-US" dirty="0"/>
              <a:t>作りたい演出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4B2898A-9754-46F8-A3D9-03F9265BC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7779" y="1855354"/>
            <a:ext cx="6284760" cy="570076"/>
          </a:xfrm>
        </p:spPr>
        <p:txBody>
          <a:bodyPr>
            <a:normAutofit/>
          </a:bodyPr>
          <a:lstStyle/>
          <a:p>
            <a:r>
              <a:rPr kumimoji="1" lang="ja-JP" altLang="en-US" b="1" dirty="0"/>
              <a:t>バトル演出</a:t>
            </a:r>
            <a:endParaRPr kumimoji="1" lang="en-US" altLang="ja-JP" b="1" dirty="0"/>
          </a:p>
        </p:txBody>
      </p:sp>
      <p:pic>
        <p:nvPicPr>
          <p:cNvPr id="4" name="画面録画 2026-10-27 134017">
            <a:hlinkClick r:id="" action="ppaction://media"/>
            <a:extLst>
              <a:ext uri="{FF2B5EF4-FFF2-40B4-BE49-F238E27FC236}">
                <a16:creationId xmlns:a16="http://schemas.microsoft.com/office/drawing/2014/main" id="{78033FFA-E937-4522-98A6-DB742C7240DD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5350" end="2941"/>
                </p14:media>
              </p:ext>
            </p:extLst>
          </p:nvPr>
        </p:nvPicPr>
        <p:blipFill rotWithShape="1">
          <a:blip r:embed="rId4"/>
          <a:srcRect l="6786" t="6148" r="7016" b="3590"/>
          <a:stretch>
            <a:fillRect/>
          </a:stretch>
        </p:blipFill>
        <p:spPr>
          <a:xfrm>
            <a:off x="2817779" y="2581073"/>
            <a:ext cx="6284760" cy="337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22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10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F85B6C-27CC-4930-8A27-90FAC3C33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1137"/>
            <a:ext cx="4941651" cy="1325563"/>
          </a:xfrm>
        </p:spPr>
        <p:txBody>
          <a:bodyPr/>
          <a:lstStyle/>
          <a:p>
            <a:r>
              <a:rPr kumimoji="1" lang="ja-JP" altLang="en-US" dirty="0"/>
              <a:t>作りたいステージ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015CBAC-85A5-4CF3-A2F4-7C0A53219F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5" t="4807" r="1997" b="2232"/>
          <a:stretch/>
        </p:blipFill>
        <p:spPr>
          <a:xfrm>
            <a:off x="7827520" y="1338557"/>
            <a:ext cx="4182897" cy="2346296"/>
          </a:xfr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A10A971-C6EA-42A0-90ED-A28FEC7CE159}"/>
              </a:ext>
            </a:extLst>
          </p:cNvPr>
          <p:cNvSpPr txBox="1"/>
          <p:nvPr/>
        </p:nvSpPr>
        <p:spPr>
          <a:xfrm>
            <a:off x="7827520" y="3741209"/>
            <a:ext cx="4182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全滅</a:t>
            </a:r>
            <a:r>
              <a:rPr kumimoji="1" lang="en-US" altLang="ja-JP" dirty="0"/>
              <a:t>!?</a:t>
            </a:r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0B7974D-14F6-4EAC-8AFF-910A19EDB4B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0" r="1356"/>
          <a:stretch/>
        </p:blipFill>
        <p:spPr>
          <a:xfrm>
            <a:off x="3942146" y="3290189"/>
            <a:ext cx="3677057" cy="3048157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C285B7B-1BEE-438A-B5C3-93188D71ABD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48" t="15211" r="42007" b="21332"/>
          <a:stretch/>
        </p:blipFill>
        <p:spPr>
          <a:xfrm>
            <a:off x="95025" y="1338557"/>
            <a:ext cx="3638804" cy="2955702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5381EC2-CD59-4452-8EEC-3E5AE71B92B8}"/>
              </a:ext>
            </a:extLst>
          </p:cNvPr>
          <p:cNvSpPr txBox="1"/>
          <p:nvPr/>
        </p:nvSpPr>
        <p:spPr>
          <a:xfrm>
            <a:off x="3942146" y="6384859"/>
            <a:ext cx="3677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囲まれる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7BEFF59-EE58-4519-BB1F-10316D00DFFF}"/>
              </a:ext>
            </a:extLst>
          </p:cNvPr>
          <p:cNvSpPr txBox="1"/>
          <p:nvPr/>
        </p:nvSpPr>
        <p:spPr>
          <a:xfrm>
            <a:off x="95025" y="4294259"/>
            <a:ext cx="3638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走る</a:t>
            </a:r>
          </a:p>
        </p:txBody>
      </p:sp>
    </p:spTree>
    <p:extLst>
      <p:ext uri="{BB962C8B-B14F-4D97-AF65-F5344CB8AC3E}">
        <p14:creationId xmlns:p14="http://schemas.microsoft.com/office/powerpoint/2010/main" val="729688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168</Words>
  <Application>Microsoft Office PowerPoint</Application>
  <PresentationFormat>ワイド画面</PresentationFormat>
  <Paragraphs>33</Paragraphs>
  <Slides>6</Slides>
  <Notes>1</Notes>
  <HiddenSlides>0</HiddenSlides>
  <MMClips>5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ヒラギノ角ゴ Pro W3</vt:lpstr>
      <vt:lpstr>游ゴシック</vt:lpstr>
      <vt:lpstr>游ゴシック Light</vt:lpstr>
      <vt:lpstr>Arial</vt:lpstr>
      <vt:lpstr>Office テーマ</vt:lpstr>
      <vt:lpstr>テーマ</vt:lpstr>
      <vt:lpstr>そもそもプログラムメインのカメラ演出があるのか？</vt:lpstr>
      <vt:lpstr>そもそもプログラムメインのカメラ演出があるのか？</vt:lpstr>
      <vt:lpstr>制作予定</vt:lpstr>
      <vt:lpstr>作りたい演出</vt:lpstr>
      <vt:lpstr>作りたいステージ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テーマ</dc:title>
  <dc:creator>daiki satou</dc:creator>
  <cp:lastModifiedBy>daiki satou</cp:lastModifiedBy>
  <cp:revision>15</cp:revision>
  <dcterms:created xsi:type="dcterms:W3CDTF">2026-10-22T05:44:58Z</dcterms:created>
  <dcterms:modified xsi:type="dcterms:W3CDTF">2026-10-27T04:59:41Z</dcterms:modified>
</cp:coreProperties>
</file>