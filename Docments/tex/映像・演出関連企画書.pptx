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A5DFD7-EA8F-4583-9D9A-CA8E26D25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11125C4-5C00-4E6C-B77D-0541785BE3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3FFDD3-AFC6-42FE-8278-1B052A26A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F54395-426E-4CDF-B989-965F1770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127746-5018-4C97-A57C-327DB9D1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8995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0B06D7-A86C-454B-B1D2-6B60A668A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F360FB-AD9F-4A2A-BF5C-E6B06203D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55A521-FAD1-4430-A02A-EAE00C99B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D293AB-3052-418F-A2EF-22A3E5D90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CB3D43-184F-40FD-83F3-4B7C24F6B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459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D31FF4-9A0C-4814-ACB5-2F3547C2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814EA3-F518-4B1B-BCDD-4DCBFBA81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1FFA06-7D09-470C-AFB5-B1D4EA2AB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EE2917-8B85-47E0-882B-D0F90D14F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015C4A-CAFC-409A-A332-B7825B485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048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FBA587-C5FA-40EE-9583-A2CF1924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387C45-E4AB-406A-B863-B86A5386D2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ABBB27-B49D-44EA-B4D5-AC0DEDE2E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CD8929-9AA5-4B32-A006-BC1D29CD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CFD93C-F948-40B7-B5D9-1914EC384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C578A7-FF47-4CA9-AB6C-FFCAFBA24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8038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2307CB-7BCC-4FB5-8080-C8F45B020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D302E0-CA86-4569-B977-8920EFF58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4A1B3B-0935-47A3-A36E-782A3F761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7D5812E-8897-407F-901E-0E8E6E2F0A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5FEAA5-3A78-49EB-9E69-1DFCFD8484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01F664F-C570-43F7-92C8-BE627F71D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311AD3D-E12E-4503-9573-6B15C1E2D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0BF6B34-F107-47F1-8BA8-253E772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52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51E982-C83B-44A5-AC3D-C536E16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F04EB80-F149-4229-AEA7-79F37162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6EEF70B-C47D-4C1B-9141-AEC8B4ED2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D3A33A-91B8-43AB-84F8-339325823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9975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04C8314-A1E5-40FF-9478-1CE668DF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80E176C-1F53-43DD-BC9F-0D4AAAE8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5CD9D8-91B9-44CE-9DCA-20B20864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8038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B1E3ED-54EB-4FFE-90CF-8D9D5818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61F48F-65FE-4095-8EAA-AAE73BECF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16801CC-0AD9-44F5-9B24-D3FD08FFD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607DA4-E6A3-4389-A617-E57042EB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8D28C0-DA0D-494E-9F50-499D542FC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A90277-7EE4-4502-A0C8-28CAA4A09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A3AF1E-13D1-41E0-850A-990400309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2B30759-3306-456A-A06A-E55B8C6673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805AD5-B391-42B3-AC6B-DF1E00C7F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57780F-3CF6-423C-AB2D-B4C33B8E7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AB8DF8-8939-4B6D-A28B-51CEE25E6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4C8718-D44F-4070-A113-10D993F01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63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F9F2D4-EFD9-4E8E-A19C-9C937790E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FB81208-0292-4E0E-8366-A675613C1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6BF90E-1FC0-4EAF-8007-B728945E8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6FEE00-AD20-4297-98F4-C1B8FCD37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43C0D7-2925-44D7-8C93-1E9D12DC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4198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AF4E3E8-311F-4BA5-9663-DC72EC0F13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95AFC36-9A33-49AB-ABDD-9AC8F3573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3A615F-9028-4AE2-9737-C34854259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D5365E-6C60-421D-A602-B7CF8D71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86F5D2-0F29-4B92-B4E6-9950EED2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172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148D20-7DDB-4D25-BDCB-1898AC5D8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928FDF-159B-46E4-88BF-C79BBB1D9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F82A447-D05E-4436-BD19-2B0654A9E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3A3FCD-3A5F-4256-88DE-32300BDE1CB1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121E69-9087-4A43-ACA9-5683D5052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2C75ED-F527-4C3E-9EBC-C405E94C8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7C184-519C-47C2-A729-10B6D2695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595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F103A6-9A18-4567-8090-6371504DC9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映像・演出関連制作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3962EA-3D0A-4593-BE2E-CF7149C49F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8105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5CEF27-941C-446F-96D1-38EF5B68B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通常時</a:t>
            </a:r>
            <a:r>
              <a:rPr kumimoji="1" lang="en-US" altLang="ja-JP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…</a:t>
            </a:r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制作なし、</a:t>
            </a:r>
            <a:r>
              <a:rPr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ラッシュ準備中から</a:t>
            </a:r>
            <a:endParaRPr kumimoji="1" lang="ja-JP" altLang="en-US" dirty="0">
              <a:latin typeface="HGP創英ﾌﾟﾚｾﾞﾝｽEB" panose="02020800000000000000" pitchFamily="18" charset="-128"/>
              <a:ea typeface="HGP創英ﾌﾟﾚｾﾞﾝｽEB" panose="02020800000000000000" pitchFamily="18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0EB5B0-0CDF-48BF-9F9E-147C70059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634" y="1807812"/>
            <a:ext cx="10515600" cy="4351338"/>
          </a:xfrm>
        </p:spPr>
        <p:txBody>
          <a:bodyPr/>
          <a:lstStyle/>
          <a:p>
            <a:r>
              <a:rPr kumimoji="1" lang="ja-JP" altLang="en-US" dirty="0">
                <a:latin typeface="HGP明朝B" panose="02020800000000000000" pitchFamily="18" charset="-128"/>
                <a:ea typeface="HGP明朝B" panose="02020800000000000000" pitchFamily="18" charset="-128"/>
              </a:rPr>
              <a:t>映像制作する中で制作するのはラッシュ準備中から。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468BC60-E25E-4A11-9AC6-41C9BF9F7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735" y="2568779"/>
            <a:ext cx="3637808" cy="2046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C95D55D-FB05-4851-B45F-15CB499F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735" y="5006134"/>
            <a:ext cx="3804063" cy="151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849EF47-DEAF-40A0-830D-449136689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249" y="2398867"/>
            <a:ext cx="3170093" cy="2386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7E68D00D-5AFA-43FC-B96A-CBA705FF7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3854" y="4923755"/>
            <a:ext cx="4144488" cy="1657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55EC108-7426-4739-B5D5-6F133A6949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340" y="4810191"/>
            <a:ext cx="3350972" cy="1884922"/>
          </a:xfrm>
          <a:prstGeom prst="rect">
            <a:avLst/>
          </a:prstGeom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9363A74B-F572-4203-9EE7-D8990AF9F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966" y="2436014"/>
            <a:ext cx="3878067" cy="217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499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440260-41B0-49D0-B01A-88F1EFE9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ラッシュ中</a:t>
            </a:r>
            <a:r>
              <a:rPr kumimoji="1" lang="en-US" altLang="ja-JP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…</a:t>
            </a:r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走る映像メインに制作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FC3E56-39F2-4AF3-9506-46F80703E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400" dirty="0">
                <a:latin typeface="HGP明朝B" panose="02020800000000000000" pitchFamily="18" charset="-128"/>
                <a:ea typeface="HGP明朝B" panose="02020800000000000000" pitchFamily="18" charset="-128"/>
              </a:rPr>
              <a:t>カメラ視点を変更してステージを走り続けるのを再現</a:t>
            </a:r>
            <a:endParaRPr kumimoji="1" lang="en-US" altLang="ja-JP" sz="2400" dirty="0">
              <a:latin typeface="HGP明朝B" panose="02020800000000000000" pitchFamily="18" charset="-128"/>
              <a:ea typeface="HGP明朝B" panose="02020800000000000000" pitchFamily="18" charset="-128"/>
            </a:endParaRPr>
          </a:p>
          <a:p>
            <a:r>
              <a:rPr lang="ja-JP" altLang="en-US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ステージアップ状態はカメラは１台で切り替えない</a:t>
            </a:r>
            <a:r>
              <a:rPr lang="en-US" altLang="ja-JP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(</a:t>
            </a:r>
            <a:r>
              <a:rPr lang="ja-JP" altLang="en-US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戦国乙女シリーズを参考</a:t>
            </a:r>
            <a:r>
              <a:rPr lang="en-US" altLang="ja-JP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)</a:t>
            </a:r>
          </a:p>
          <a:p>
            <a:r>
              <a:rPr kumimoji="1" lang="ja-JP" altLang="en-US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ステージアップする時は一瞬画面にアイキャッチなど</a:t>
            </a:r>
            <a:endParaRPr kumimoji="1" lang="en-US" altLang="ja-JP" sz="2000" dirty="0">
              <a:latin typeface="HGP明朝B" panose="02020800000000000000" pitchFamily="18" charset="-128"/>
              <a:ea typeface="HGP明朝B" panose="02020800000000000000" pitchFamily="18" charset="-128"/>
            </a:endParaRPr>
          </a:p>
          <a:p>
            <a:pPr marL="0" indent="0">
              <a:buNone/>
            </a:pPr>
            <a:r>
              <a:rPr lang="ja-JP" altLang="en-US" sz="2000" dirty="0">
                <a:latin typeface="HGP明朝B" panose="02020800000000000000" pitchFamily="18" charset="-128"/>
                <a:ea typeface="HGP明朝B" panose="02020800000000000000" pitchFamily="18" charset="-128"/>
              </a:rPr>
              <a:t>　　　　　　　　　　　　　　　を入れてからステージを上げることを意識</a:t>
            </a:r>
            <a:endParaRPr lang="en-US" altLang="ja-JP" sz="2000" dirty="0">
              <a:latin typeface="HGP明朝B" panose="02020800000000000000" pitchFamily="18" charset="-128"/>
              <a:ea typeface="HGP明朝B" panose="02020800000000000000" pitchFamily="18" charset="-128"/>
            </a:endParaRPr>
          </a:p>
          <a:p>
            <a:pPr marL="0" indent="0">
              <a:buNone/>
            </a:pPr>
            <a:r>
              <a:rPr lang="ja-JP" altLang="en-US" sz="1400" dirty="0">
                <a:solidFill>
                  <a:srgbClr val="FF0000"/>
                </a:solidFill>
                <a:latin typeface="HGP明朝B" panose="02020800000000000000" pitchFamily="18" charset="-128"/>
                <a:ea typeface="HGP明朝B" panose="02020800000000000000" pitchFamily="18" charset="-128"/>
              </a:rPr>
              <a:t>　　　　　　　　　　　　　　　　　　　　　　　　　　</a:t>
            </a:r>
            <a:r>
              <a:rPr lang="en-US" altLang="ja-JP" sz="1400" dirty="0">
                <a:solidFill>
                  <a:srgbClr val="FF0000"/>
                </a:solidFill>
                <a:latin typeface="HGP明朝B" panose="02020800000000000000" pitchFamily="18" charset="-128"/>
                <a:ea typeface="HGP明朝B" panose="02020800000000000000" pitchFamily="18" charset="-128"/>
              </a:rPr>
              <a:t>※</a:t>
            </a:r>
            <a:r>
              <a:rPr lang="ja-JP" altLang="en-US" sz="1400" dirty="0">
                <a:solidFill>
                  <a:srgbClr val="FF0000"/>
                </a:solidFill>
                <a:latin typeface="HGP明朝B" panose="02020800000000000000" pitchFamily="18" charset="-128"/>
                <a:ea typeface="HGP明朝B" panose="02020800000000000000" pitchFamily="18" charset="-128"/>
              </a:rPr>
              <a:t>ステージダウン</a:t>
            </a:r>
            <a:r>
              <a:rPr kumimoji="1" lang="ja-JP" altLang="en-US" sz="1400" dirty="0">
                <a:solidFill>
                  <a:srgbClr val="FF0000"/>
                </a:solidFill>
                <a:latin typeface="HGP明朝B" panose="02020800000000000000" pitchFamily="18" charset="-128"/>
                <a:ea typeface="HGP明朝B" panose="02020800000000000000" pitchFamily="18" charset="-128"/>
              </a:rPr>
              <a:t>時は黒いアイキャッチを共通で入れる事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74ED85-6EE1-44C7-A4D9-2863A6CAC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57" y="4231549"/>
            <a:ext cx="3688371" cy="25635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EF5BB13-F4DA-4CB3-8153-36E4D4D2D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104" y="4215987"/>
            <a:ext cx="3271398" cy="2579111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37C15189-0BA4-4794-B036-F9D3C247A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6378" y="2827141"/>
            <a:ext cx="3390901" cy="1909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3D8CC6C-7748-458F-8BF9-C9D0CF255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6378" y="4804373"/>
            <a:ext cx="3390900" cy="199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358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5BF969-81D7-4DF0-8ECC-B2B51B744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ラッシュ中の直乗せ</a:t>
            </a:r>
            <a:r>
              <a:rPr kumimoji="1" lang="en-US" altLang="ja-JP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…</a:t>
            </a:r>
            <a:r>
              <a:rPr kumimoji="1" lang="ja-JP" altLang="en-US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あり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AD72F4-A7B5-4B72-8646-E5394C0FD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演出</a:t>
            </a:r>
            <a:r>
              <a:rPr lang="ja-JP" altLang="en-US" dirty="0"/>
              <a:t>中はキャラが出てから上乗せを参考にする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5349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ED1BAB-22A6-447B-99E3-2277ECF2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S創英ﾌﾟﾚｾﾞﾝｽEB" panose="02020800000000000000" pitchFamily="18" charset="-128"/>
                <a:ea typeface="HGS創英ﾌﾟﾚｾﾞﾝｽEB" panose="02020800000000000000" pitchFamily="18" charset="-128"/>
              </a:rPr>
              <a:t>小役履歴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984292-F046-411C-B518-9C12D76BE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ゴジエヴァやゴットのように演出を</a:t>
            </a:r>
          </a:p>
        </p:txBody>
      </p:sp>
    </p:spTree>
    <p:extLst>
      <p:ext uri="{BB962C8B-B14F-4D97-AF65-F5344CB8AC3E}">
        <p14:creationId xmlns:p14="http://schemas.microsoft.com/office/powerpoint/2010/main" val="2408265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7F6CE5-ECE4-4571-AE7B-4E500E2B8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S創英ﾌﾟﾚｾﾞﾝｽEB" panose="02020800000000000000" pitchFamily="18" charset="-128"/>
                <a:ea typeface="HGS創英ﾌﾟﾚｾﾞﾝｽEB" panose="02020800000000000000" pitchFamily="18" charset="-128"/>
              </a:rPr>
              <a:t>特化</a:t>
            </a:r>
            <a:r>
              <a:rPr kumimoji="1" lang="en-US" altLang="ja-JP" dirty="0">
                <a:latin typeface="HGS創英ﾌﾟﾚｾﾞﾝｽEB" panose="02020800000000000000" pitchFamily="18" charset="-128"/>
                <a:ea typeface="HGS創英ﾌﾟﾚｾﾞﾝｽEB" panose="02020800000000000000" pitchFamily="18" charset="-128"/>
              </a:rPr>
              <a:t>ZONE</a:t>
            </a:r>
            <a:endParaRPr kumimoji="1" lang="ja-JP" altLang="en-US" dirty="0">
              <a:latin typeface="HGS創英ﾌﾟﾚｾﾞﾝｽEB" panose="02020800000000000000" pitchFamily="18" charset="-128"/>
              <a:ea typeface="HGS創英ﾌﾟﾚｾﾞﾝｽEB" panose="02020800000000000000" pitchFamily="18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BA4085-8CC2-45B9-8120-C1FF4A492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775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FB8B07-D550-433A-8BF7-5B2AEAED1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S創英ﾌﾟﾚｾﾞﾝｽEB" panose="02020800000000000000" pitchFamily="18" charset="-128"/>
                <a:ea typeface="HGS創英ﾌﾟﾚｾﾞﾝｽEB" panose="02020800000000000000" pitchFamily="18" charset="-128"/>
              </a:rPr>
              <a:t>ゲーム数発展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6FC1F0-9D12-461B-906E-7D967A081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64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CF1521-55D2-4666-A1BE-91267A0B0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HGS創英ﾌﾟﾚｾﾞﾝｽEB" panose="02020800000000000000" pitchFamily="18" charset="-128"/>
                <a:ea typeface="HGS創英ﾌﾟﾚｾﾞﾝｽEB" panose="02020800000000000000" pitchFamily="18" charset="-128"/>
              </a:rPr>
              <a:t>ボーナス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76A347-A883-4D5D-A792-E875F7F66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5294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C1E36-7A71-431B-A5E7-D23665CF5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90919-33B1-4468-B1DC-595E5C4E4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746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162</Words>
  <Application>Microsoft Office PowerPoint</Application>
  <PresentationFormat>ワイド画面</PresentationFormat>
  <Paragraphs>16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6" baseType="lpstr">
      <vt:lpstr>HGP創英ﾌﾟﾚｾﾞﾝｽEB</vt:lpstr>
      <vt:lpstr>HGP明朝B</vt:lpstr>
      <vt:lpstr>HGS創英ﾌﾟﾚｾﾞﾝｽEB</vt:lpstr>
      <vt:lpstr>游ゴシック</vt:lpstr>
      <vt:lpstr>游ゴシック Light</vt:lpstr>
      <vt:lpstr>Arial</vt:lpstr>
      <vt:lpstr>Office テーマ</vt:lpstr>
      <vt:lpstr>映像・演出関連制作</vt:lpstr>
      <vt:lpstr>通常時…制作なし、ラッシュ準備中から</vt:lpstr>
      <vt:lpstr>ラッシュ中…走る映像メインに制作</vt:lpstr>
      <vt:lpstr>ラッシュ中の直乗せ…あり</vt:lpstr>
      <vt:lpstr>小役履歴</vt:lpstr>
      <vt:lpstr>特化ZONE</vt:lpstr>
      <vt:lpstr>ゲーム数発展</vt:lpstr>
      <vt:lpstr>ボーナス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映像・演出関連制作</dc:title>
  <dc:creator>デスソース ハンバーグ</dc:creator>
  <cp:lastModifiedBy>デスソース ハンバーグ</cp:lastModifiedBy>
  <cp:revision>8</cp:revision>
  <dcterms:created xsi:type="dcterms:W3CDTF">2026-09-03T01:00:39Z</dcterms:created>
  <dcterms:modified xsi:type="dcterms:W3CDTF">2026-09-03T04:16:44Z</dcterms:modified>
</cp:coreProperties>
</file>