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3" r:id="rId5"/>
    <p:sldId id="264" r:id="rId6"/>
    <p:sldId id="265" r:id="rId7"/>
    <p:sldId id="267" r:id="rId8"/>
    <p:sldId id="266" r:id="rId9"/>
    <p:sldId id="261" r:id="rId10"/>
    <p:sldId id="268" r:id="rId11"/>
    <p:sldId id="259" r:id="rId12"/>
    <p:sldId id="271" r:id="rId13"/>
    <p:sldId id="269" r:id="rId14"/>
    <p:sldId id="270" r:id="rId15"/>
    <p:sldId id="272" r:id="rId16"/>
    <p:sldId id="273" r:id="rId1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104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872166-5D34-4580-AADC-B40A4BC2D062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ECB327-C73D-4C27-8F51-C17CD8159E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9941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CB327-C73D-4C27-8F51-C17CD8159ED2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5003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BB57D-74DD-42F6-8F06-6E7280C21265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4417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444380-D2E7-4691-AFD3-A1FC85B559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C14434B-3DD5-448F-A34D-5830BD714A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F7AE84-2BC7-44E5-84DB-5AB108E1F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A4C36-7DA0-480A-AB87-44BB0D51FBFB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68C5B5-24A9-4825-A644-99B8B1185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CCA148-59AC-4FD0-A565-5BF96E923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12231-3EA0-4A6B-BE54-D33867BA41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923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279032-B395-4D54-B854-682FFC779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F1C635F-E794-417E-AE59-556C82D74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C05790-0650-4FEE-A002-F4F1338F5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A4C36-7DA0-480A-AB87-44BB0D51FBFB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C4B449-9FE7-4E22-B85C-1E0F8BFCA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43FB33-7008-4A02-AD42-7F2DB986B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12231-3EA0-4A6B-BE54-D33867BA41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5147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89329A-B6E8-4EDE-B4D0-BB66E74E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2936A46-82E0-42C2-B75A-155FD1A5E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E86EE6-81AE-4E86-90F9-204E00D95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A4C36-7DA0-480A-AB87-44BB0D51FBFB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FB6D7B-F788-401C-BA13-F9B71AD35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281F88-39D7-456C-811E-00BEEF848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12231-3EA0-4A6B-BE54-D33867BA41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1158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BFAA1C-52A6-4068-BE9C-4D8B72FC1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57DFDDC-F315-40A2-81AD-EDF7F0E2AD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2E64DA2-0C13-40AB-91D2-C5773C20EB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2D63923-37E1-4A27-A0C9-F8921046D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A4C36-7DA0-480A-AB87-44BB0D51FBFB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95B6EDA-0164-4159-B2B2-7365E6C22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435E64D-B936-4A0A-AE98-B377B0A25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12231-3EA0-4A6B-BE54-D33867BA41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4705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5E1621-6065-49ED-ACE4-DF5CC3D17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A65BA00-357A-40DB-B0CF-121A72AB5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EF7CCA0-D90D-458B-9394-2AB8FE0D1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862C589-E0E6-4545-B22E-1FE1DA8E1E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69BA0C1-9B31-4CCA-9B24-1527EE016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4B5C92B-6701-4999-A5C4-B6A88A061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A4C36-7DA0-480A-AB87-44BB0D51FBFB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0F4039B-335E-4C78-AD5F-2B0B44FC9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60CB341-B6FF-4AA1-A2AF-6ADBC693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12231-3EA0-4A6B-BE54-D33867BA41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052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196CBF-6557-422F-A87A-3EE3D025F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2049A51-E476-44F4-9142-539EFF0E7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A4C36-7DA0-480A-AB87-44BB0D51FBFB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7D060E4-9D9C-43E1-81C4-03DC4BE8F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5D31039-D332-460E-91E1-109AEBAA1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12231-3EA0-4A6B-BE54-D33867BA41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302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F80D9BE-E921-4A51-9A36-B98A71F8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A4C36-7DA0-480A-AB87-44BB0D51FBFB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5A344DE-E289-4CF4-98F8-6B66CD20C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5A6029F-9656-4E04-B865-B761C407E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12231-3EA0-4A6B-BE54-D33867BA41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0813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8E6BD4-D6B2-4F26-B5BA-6EB5B5B00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4739D1-404E-4AC0-BC72-FB2ACCDD2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078D577-C625-4758-B7E7-0C9B291465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2B0C747-E3BA-460B-AF6A-82915ECC0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A4C36-7DA0-480A-AB87-44BB0D51FBFB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38B52A9-E220-417B-A991-EA1469BCC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A567C88-5134-4B60-9A10-AEE182F9D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12231-3EA0-4A6B-BE54-D33867BA41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5698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C3A50A-4F5A-43D8-9392-83296CC9A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82E1C2C-27CF-4EED-A771-B15C11FFEF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1C35E39-68B1-4501-B3D3-C5224705F7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3E0FFAD-5CAB-4C22-8FB8-5017917CE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A4C36-7DA0-480A-AB87-44BB0D51FBFB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05B88CA-C69C-4DD9-8E3C-414EC8293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FAEF33F-83FA-4470-810B-2D42C342C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12231-3EA0-4A6B-BE54-D33867BA41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7113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BED653-247F-46D8-9076-D7525F32B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0BCFD47-74FE-4BB4-8945-AC463AED7E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53F218F-3086-45EA-8B60-B0ABE4290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A4C36-7DA0-480A-AB87-44BB0D51FBFB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1D5E78-72E8-4164-8ABF-36899EA3A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FA6872-1CF6-4606-8A20-9D34B1347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12231-3EA0-4A6B-BE54-D33867BA41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013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1071A9E-5BEF-41FC-A650-8EC40265F5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14C59E0-E2F9-4948-8105-8240DEB7F3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7DCF5E-0697-49E9-A6A9-1F504168E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A4C36-7DA0-480A-AB87-44BB0D51FBFB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E14F30-772F-4B45-848C-B73C477D6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448D8B-0ABC-44DE-81A7-AD7EE9545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12231-3EA0-4A6B-BE54-D33867BA41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7861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9C5BA85-61DD-420D-9E0C-DF491F40F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23853EA-4D6B-4DA3-8264-248D8138B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756FD1-1D06-4D19-AB91-83109DDC4A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7A4C36-7DA0-480A-AB87-44BB0D51FBFB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1DDFDC-EA35-4747-8087-FB51572E6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46FBBF-0B57-4B18-99AB-B0A741019B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12231-3EA0-4A6B-BE54-D33867BA41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9785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3" Type="http://schemas.openxmlformats.org/officeDocument/2006/relationships/image" Target="../media/image11.jpeg"/><Relationship Id="rId7" Type="http://schemas.openxmlformats.org/officeDocument/2006/relationships/image" Target="../media/image15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Relationship Id="rId9" Type="http://schemas.openxmlformats.org/officeDocument/2006/relationships/image" Target="../media/image1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26628F-CB40-49BA-AE4E-700EC4B579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企画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34958A6-366D-413D-AE4D-36FA599311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873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9177CB-54A5-4ADD-AA72-19AF4FB57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コンセプト</a:t>
            </a:r>
          </a:p>
        </p:txBody>
      </p:sp>
      <p:pic>
        <p:nvPicPr>
          <p:cNvPr id="12" name="コンテンツ プレースホルダー 11">
            <a:extLst>
              <a:ext uri="{FF2B5EF4-FFF2-40B4-BE49-F238E27FC236}">
                <a16:creationId xmlns:a16="http://schemas.microsoft.com/office/drawing/2014/main" id="{83324155-653C-41AF-A639-0AF52E4101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96522" y="1441048"/>
            <a:ext cx="3598955" cy="3671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utoShape 8" descr="浮かれる人のイラスト（男性）">
            <a:extLst>
              <a:ext uri="{FF2B5EF4-FFF2-40B4-BE49-F238E27FC236}">
                <a16:creationId xmlns:a16="http://schemas.microsoft.com/office/drawing/2014/main" id="{74A5A334-3EB4-41B5-B01A-2962CDB5CF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EEBBB92-8117-4CB4-AE8D-39B42942BED5}"/>
              </a:ext>
            </a:extLst>
          </p:cNvPr>
          <p:cNvSpPr txBox="1"/>
          <p:nvPr/>
        </p:nvSpPr>
        <p:spPr>
          <a:xfrm>
            <a:off x="2672366" y="5386141"/>
            <a:ext cx="69610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600" b="1" dirty="0"/>
              <a:t>何も考えなくていい</a:t>
            </a:r>
            <a:endParaRPr kumimoji="1" lang="en-US" altLang="ja-JP" sz="3600" b="1" dirty="0"/>
          </a:p>
          <a:p>
            <a:pPr algn="ctr"/>
            <a:r>
              <a:rPr kumimoji="1" lang="ja-JP" altLang="en-US" sz="3600" b="1" dirty="0"/>
              <a:t>出玉の爽快感</a:t>
            </a:r>
          </a:p>
        </p:txBody>
      </p:sp>
    </p:spTree>
    <p:extLst>
      <p:ext uri="{BB962C8B-B14F-4D97-AF65-F5344CB8AC3E}">
        <p14:creationId xmlns:p14="http://schemas.microsoft.com/office/powerpoint/2010/main" val="3142487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294E94-54F4-429D-B868-EFCA9AEA2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補足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9A1A04F-C2FF-46D9-B452-07DF8A21A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何も考えなくていい</a:t>
            </a:r>
            <a:r>
              <a:rPr lang="en-US" altLang="ja-JP" dirty="0"/>
              <a:t>:</a:t>
            </a:r>
          </a:p>
          <a:p>
            <a:pPr marL="0" indent="0">
              <a:buNone/>
            </a:pPr>
            <a:r>
              <a:rPr lang="ja-JP" altLang="en-US" dirty="0"/>
              <a:t>目押しが出来なくても楽しめる</a:t>
            </a:r>
            <a:r>
              <a:rPr lang="en-US" altLang="ja-JP" dirty="0"/>
              <a:t>!?</a:t>
            </a:r>
          </a:p>
          <a:p>
            <a:pPr marL="0" indent="0">
              <a:buNone/>
            </a:pPr>
            <a:r>
              <a:rPr lang="ja-JP" altLang="en-US" dirty="0"/>
              <a:t>シンプルなゲーム性で初めてパチスロ打つ人もワクワクできる</a:t>
            </a:r>
            <a:r>
              <a:rPr lang="en-US" altLang="ja-JP" dirty="0"/>
              <a:t>!?</a:t>
            </a: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出玉の爽快感</a:t>
            </a:r>
            <a:r>
              <a:rPr lang="en-US" altLang="ja-JP" dirty="0"/>
              <a:t>:</a:t>
            </a:r>
          </a:p>
          <a:p>
            <a:pPr marL="0" indent="0">
              <a:buNone/>
            </a:pPr>
            <a:r>
              <a:rPr lang="ja-JP" altLang="en-US" dirty="0"/>
              <a:t>ベル連での敵を大量に倒す爽快感</a:t>
            </a:r>
            <a:r>
              <a:rPr lang="en-US" altLang="ja-JP" dirty="0"/>
              <a:t>!?</a:t>
            </a: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47715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B7260B-CFDF-4119-8E36-7AF773894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ビジュアル、設定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F740BA85-7CBB-43B2-8254-88EBEA7AC2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" t="73327" r="-673" b="-1036"/>
          <a:stretch/>
        </p:blipFill>
        <p:spPr>
          <a:xfrm>
            <a:off x="2521870" y="2145339"/>
            <a:ext cx="7336751" cy="3079592"/>
          </a:xfrm>
        </p:spPr>
      </p:pic>
    </p:spTree>
    <p:extLst>
      <p:ext uri="{BB962C8B-B14F-4D97-AF65-F5344CB8AC3E}">
        <p14:creationId xmlns:p14="http://schemas.microsoft.com/office/powerpoint/2010/main" val="220382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0FE5A5-6200-4A09-AAA5-898C8B57B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モチーフ作品</a:t>
            </a:r>
            <a:endParaRPr kumimoji="1" lang="ja-JP" altLang="en-US" dirty="0"/>
          </a:p>
        </p:txBody>
      </p:sp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9B0DE094-9EF9-40AD-B86E-A42277E300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63356" y="1825625"/>
            <a:ext cx="906528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4" descr="スマスロ 北斗の拳 転生の章2（北斗転生2パチスロ）設定判別・天井・ゾーン・解析・打ち方・ヤメ時">
            <a:extLst>
              <a:ext uri="{FF2B5EF4-FFF2-40B4-BE49-F238E27FC236}">
                <a16:creationId xmlns:a16="http://schemas.microsoft.com/office/drawing/2014/main" id="{FA9C7DFB-F23D-4A53-BBC4-41997653875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42856" y="357925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70997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1F30D3-D26A-442F-AAA6-B226F44DC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ゲームフロー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30EBD18-4F06-414F-83C3-326748E86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5266" y="2089174"/>
            <a:ext cx="5226734" cy="2940038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B9F643E-B231-4666-B49E-7C77B0BE8054}"/>
              </a:ext>
            </a:extLst>
          </p:cNvPr>
          <p:cNvSpPr txBox="1"/>
          <p:nvPr/>
        </p:nvSpPr>
        <p:spPr>
          <a:xfrm>
            <a:off x="442947" y="5371633"/>
            <a:ext cx="111306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ボーナスゲーム</a:t>
            </a:r>
            <a:r>
              <a:rPr kumimoji="1" lang="ja-JP" altLang="en-US" dirty="0"/>
              <a:t>とバトルゲームをループするゲーム性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ボーナスゲームでは、</a:t>
            </a:r>
            <a:r>
              <a:rPr lang="ja-JP" altLang="en-US" dirty="0"/>
              <a:t>小役</a:t>
            </a:r>
            <a:r>
              <a:rPr kumimoji="1" lang="ja-JP" altLang="en-US" dirty="0"/>
              <a:t>による。球の獲得抽選</a:t>
            </a:r>
            <a:endParaRPr kumimoji="1" lang="en-US" altLang="ja-JP" dirty="0"/>
          </a:p>
          <a:p>
            <a:pPr algn="ctr"/>
            <a:r>
              <a:rPr lang="ja-JP" altLang="en-US" dirty="0"/>
              <a:t>バトルゲームでは、獲得した球と小役に応じて突破抽選。突破でまた消化パートへ</a:t>
            </a:r>
            <a:endParaRPr kumimoji="1" lang="en-US" altLang="ja-JP" dirty="0"/>
          </a:p>
          <a:p>
            <a:pPr algn="ctr"/>
            <a:r>
              <a:rPr lang="ja-JP" altLang="en-US" dirty="0"/>
              <a:t>バトルで余った球は次に持ち越し、このループで出玉を伸ばす</a:t>
            </a:r>
            <a:endParaRPr kumimoji="1" lang="en-US" altLang="ja-JP" dirty="0"/>
          </a:p>
        </p:txBody>
      </p:sp>
      <p:pic>
        <p:nvPicPr>
          <p:cNvPr id="15" name="コンテンツ プレースホルダー 14">
            <a:extLst>
              <a:ext uri="{FF2B5EF4-FFF2-40B4-BE49-F238E27FC236}">
                <a16:creationId xmlns:a16="http://schemas.microsoft.com/office/drawing/2014/main" id="{226F26F3-6B42-4199-A7BB-A8828315F8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89173"/>
            <a:ext cx="5531109" cy="3111249"/>
          </a:xfr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D39232CD-9BDF-4DAB-B20D-8EA29820B0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774518">
            <a:off x="5117233" y="2571613"/>
            <a:ext cx="2185670" cy="2185670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4AE75D8-ADD5-4AD0-BE0A-779861942EEE}"/>
              </a:ext>
            </a:extLst>
          </p:cNvPr>
          <p:cNvSpPr txBox="1"/>
          <p:nvPr/>
        </p:nvSpPr>
        <p:spPr>
          <a:xfrm>
            <a:off x="1706450" y="1572926"/>
            <a:ext cx="1925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ボーナスゲーム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3A1618E-1D6A-4326-9293-F32AC6DA5E4E}"/>
              </a:ext>
            </a:extLst>
          </p:cNvPr>
          <p:cNvSpPr txBox="1"/>
          <p:nvPr/>
        </p:nvSpPr>
        <p:spPr>
          <a:xfrm>
            <a:off x="3047464" y="3244334"/>
            <a:ext cx="6094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dirty="0"/>
              <a:t>ボーナスゲーム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B790D9E-ECE9-4959-82F2-824B60F9722E}"/>
              </a:ext>
            </a:extLst>
          </p:cNvPr>
          <p:cNvSpPr txBox="1"/>
          <p:nvPr/>
        </p:nvSpPr>
        <p:spPr>
          <a:xfrm>
            <a:off x="8055706" y="1572926"/>
            <a:ext cx="3045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バトルゲーム</a:t>
            </a:r>
          </a:p>
        </p:txBody>
      </p:sp>
    </p:spTree>
    <p:extLst>
      <p:ext uri="{BB962C8B-B14F-4D97-AF65-F5344CB8AC3E}">
        <p14:creationId xmlns:p14="http://schemas.microsoft.com/office/powerpoint/2010/main" val="4250706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60815D-596A-4E1A-A64B-93551C398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729" y="223166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ゲームでのイメージ</a:t>
            </a:r>
          </a:p>
        </p:txBody>
      </p:sp>
      <p:pic>
        <p:nvPicPr>
          <p:cNvPr id="1026" name="Picture 2" descr="雑文・残機｜眞水清輝">
            <a:extLst>
              <a:ext uri="{FF2B5EF4-FFF2-40B4-BE49-F238E27FC236}">
                <a16:creationId xmlns:a16="http://schemas.microsoft.com/office/drawing/2014/main" id="{DE9A113C-5AA4-442C-B158-28D409F3177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13" t="19982" r="29874" b="27480"/>
          <a:stretch/>
        </p:blipFill>
        <p:spPr bwMode="auto">
          <a:xfrm>
            <a:off x="1012063" y="2417975"/>
            <a:ext cx="3116688" cy="216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楕円 3">
            <a:extLst>
              <a:ext uri="{FF2B5EF4-FFF2-40B4-BE49-F238E27FC236}">
                <a16:creationId xmlns:a16="http://schemas.microsoft.com/office/drawing/2014/main" id="{253161FE-1CA9-4E61-9DEF-06C22B780D1B}"/>
              </a:ext>
            </a:extLst>
          </p:cNvPr>
          <p:cNvSpPr/>
          <p:nvPr/>
        </p:nvSpPr>
        <p:spPr>
          <a:xfrm>
            <a:off x="2699196" y="3503020"/>
            <a:ext cx="946598" cy="907960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1028" name="Picture 4" descr="【偽クッパの正体】 攻略 スーパーマリオブラザーズ 初代 ミニファミコン　&quot;Unmasking the Fake Bowsers&quot; SUPER  MARIO BROS. mini Famicom">
            <a:extLst>
              <a:ext uri="{FF2B5EF4-FFF2-40B4-BE49-F238E27FC236}">
                <a16:creationId xmlns:a16="http://schemas.microsoft.com/office/drawing/2014/main" id="{A726A312-2A64-4390-9B31-8638809026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49" b="18733"/>
          <a:stretch/>
        </p:blipFill>
        <p:spPr bwMode="auto">
          <a:xfrm>
            <a:off x="7232562" y="2417975"/>
            <a:ext cx="4572000" cy="204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矢印: 右 9">
            <a:extLst>
              <a:ext uri="{FF2B5EF4-FFF2-40B4-BE49-F238E27FC236}">
                <a16:creationId xmlns:a16="http://schemas.microsoft.com/office/drawing/2014/main" id="{FFFB417C-68BD-41CB-8EF9-2267FDD4A716}"/>
              </a:ext>
            </a:extLst>
          </p:cNvPr>
          <p:cNvSpPr/>
          <p:nvPr/>
        </p:nvSpPr>
        <p:spPr>
          <a:xfrm>
            <a:off x="4335888" y="2987865"/>
            <a:ext cx="2614411" cy="102387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6B54C2E-8DC8-4009-8311-B8F24F6C016D}"/>
              </a:ext>
            </a:extLst>
          </p:cNvPr>
          <p:cNvSpPr txBox="1"/>
          <p:nvPr/>
        </p:nvSpPr>
        <p:spPr>
          <a:xfrm>
            <a:off x="388512" y="5217489"/>
            <a:ext cx="4005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残機集める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6DE8E88-6502-49AB-8CB4-6E16A9BA549D}"/>
              </a:ext>
            </a:extLst>
          </p:cNvPr>
          <p:cNvSpPr txBox="1"/>
          <p:nvPr/>
        </p:nvSpPr>
        <p:spPr>
          <a:xfrm>
            <a:off x="6709089" y="5081539"/>
            <a:ext cx="5657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dirty="0"/>
              <a:t>その数だけ挑戦！？</a:t>
            </a:r>
            <a:endParaRPr kumimoji="1" lang="ja-JP" altLang="en-US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075E5C6-332A-4F00-BCFC-ED0E927674C2}"/>
              </a:ext>
            </a:extLst>
          </p:cNvPr>
          <p:cNvSpPr txBox="1"/>
          <p:nvPr/>
        </p:nvSpPr>
        <p:spPr>
          <a:xfrm>
            <a:off x="1571223" y="1915378"/>
            <a:ext cx="6181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b="1" dirty="0"/>
              <a:t>ボーナスゲーム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1D87ECB-6080-4CD8-9E05-F4CCE1D5AE00}"/>
              </a:ext>
            </a:extLst>
          </p:cNvPr>
          <p:cNvSpPr txBox="1"/>
          <p:nvPr/>
        </p:nvSpPr>
        <p:spPr>
          <a:xfrm>
            <a:off x="6510271" y="1881732"/>
            <a:ext cx="6181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b="1" dirty="0"/>
              <a:t>バトルゲーム</a:t>
            </a:r>
          </a:p>
        </p:txBody>
      </p:sp>
    </p:spTree>
    <p:extLst>
      <p:ext uri="{BB962C8B-B14F-4D97-AF65-F5344CB8AC3E}">
        <p14:creationId xmlns:p14="http://schemas.microsoft.com/office/powerpoint/2010/main" val="37373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847DD7-1E07-4C8B-A43F-049B3A250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ボーナスゲーム</a:t>
            </a:r>
          </a:p>
        </p:txBody>
      </p:sp>
      <p:pic>
        <p:nvPicPr>
          <p:cNvPr id="4" name="コンテンツ プレースホルダー 4">
            <a:extLst>
              <a:ext uri="{FF2B5EF4-FFF2-40B4-BE49-F238E27FC236}">
                <a16:creationId xmlns:a16="http://schemas.microsoft.com/office/drawing/2014/main" id="{10B771B2-A11E-46E8-8317-88D680731D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3067" y="1471152"/>
            <a:ext cx="5725864" cy="3196941"/>
          </a:xfrm>
        </p:spPr>
      </p:pic>
      <p:sp>
        <p:nvSpPr>
          <p:cNvPr id="5" name="矢印: 左 4">
            <a:extLst>
              <a:ext uri="{FF2B5EF4-FFF2-40B4-BE49-F238E27FC236}">
                <a16:creationId xmlns:a16="http://schemas.microsoft.com/office/drawing/2014/main" id="{3F5D3ADA-05A4-422D-8048-6307CED7EE71}"/>
              </a:ext>
            </a:extLst>
          </p:cNvPr>
          <p:cNvSpPr/>
          <p:nvPr/>
        </p:nvSpPr>
        <p:spPr>
          <a:xfrm>
            <a:off x="9023905" y="2479842"/>
            <a:ext cx="1999839" cy="980184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A3E4AC3-3C7F-482E-BBC5-CDF1CB0EBFF3}"/>
              </a:ext>
            </a:extLst>
          </p:cNvPr>
          <p:cNvSpPr txBox="1"/>
          <p:nvPr/>
        </p:nvSpPr>
        <p:spPr>
          <a:xfrm>
            <a:off x="9023905" y="1582840"/>
            <a:ext cx="27300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これを集める</a:t>
            </a:r>
            <a:endParaRPr kumimoji="1" lang="en-US" altLang="ja-JP" sz="3200" b="1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824007F-8E0B-4706-BB3D-B496C2E9BFCB}"/>
              </a:ext>
            </a:extLst>
          </p:cNvPr>
          <p:cNvSpPr txBox="1"/>
          <p:nvPr/>
        </p:nvSpPr>
        <p:spPr>
          <a:xfrm>
            <a:off x="2876961" y="5292546"/>
            <a:ext cx="64380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主にレア役、勝舞揃いで獲得抽選</a:t>
            </a:r>
            <a:endParaRPr kumimoji="1" lang="en-US" altLang="ja-JP" dirty="0"/>
          </a:p>
          <a:p>
            <a:r>
              <a:rPr lang="ja-JP" altLang="en-US" dirty="0"/>
              <a:t>開始時の内部状態によってレア役以外の獲得の優遇、複数取得</a:t>
            </a:r>
            <a:endParaRPr lang="en-US" altLang="ja-JP" dirty="0"/>
          </a:p>
          <a:p>
            <a:r>
              <a:rPr kumimoji="1" lang="ja-JP" altLang="en-US" dirty="0"/>
              <a:t>ステージの演出で内部状態の示唆</a:t>
            </a:r>
          </a:p>
        </p:txBody>
      </p:sp>
    </p:spTree>
    <p:extLst>
      <p:ext uri="{BB962C8B-B14F-4D97-AF65-F5344CB8AC3E}">
        <p14:creationId xmlns:p14="http://schemas.microsoft.com/office/powerpoint/2010/main" val="1010767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AE6DCD-B8F8-4588-85E9-80478D066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バトルゲーム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59FC6DD3-5663-48FB-9C16-AD82C498C5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935" y="2503375"/>
            <a:ext cx="4204855" cy="2365231"/>
          </a:xfr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4AD009B-9558-4E7B-BF1D-84331B793CB4}"/>
              </a:ext>
            </a:extLst>
          </p:cNvPr>
          <p:cNvSpPr txBox="1"/>
          <p:nvPr/>
        </p:nvSpPr>
        <p:spPr>
          <a:xfrm>
            <a:off x="667935" y="5681293"/>
            <a:ext cx="106325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敵によって期待度が変わる</a:t>
            </a:r>
            <a:r>
              <a:rPr kumimoji="1" lang="en-US" altLang="ja-JP" dirty="0"/>
              <a:t>!?</a:t>
            </a:r>
          </a:p>
          <a:p>
            <a:pPr algn="ctr"/>
            <a:r>
              <a:rPr kumimoji="1" lang="en-US" altLang="ja-JP" dirty="0"/>
              <a:t>1</a:t>
            </a:r>
            <a:r>
              <a:rPr kumimoji="1" lang="ja-JP" altLang="en-US" dirty="0"/>
              <a:t>ゲームで決着</a:t>
            </a:r>
            <a:r>
              <a:rPr kumimoji="1" lang="en-US" altLang="ja-JP" dirty="0"/>
              <a:t>!?</a:t>
            </a:r>
          </a:p>
          <a:p>
            <a:pPr algn="ctr"/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41CE9DB-1F55-4229-BE52-DCA18177EF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4250" y="76378"/>
            <a:ext cx="2092448" cy="1178746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482C3946-97E3-42F4-A016-FE097C97E00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3" r="3985"/>
          <a:stretch/>
        </p:blipFill>
        <p:spPr>
          <a:xfrm>
            <a:off x="5224182" y="2683472"/>
            <a:ext cx="2095029" cy="1234364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A26E3C5B-FBD0-4C27-AD99-F006432459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739" y="1375870"/>
            <a:ext cx="2085472" cy="1178745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B3BA0953-ED97-473B-B737-78D008E8F3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1669" y="2708581"/>
            <a:ext cx="2095029" cy="1184146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632261B2-8588-4381-BF43-32424EBAA5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4250" y="1383017"/>
            <a:ext cx="2100630" cy="1178746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684919B0-8474-4456-851D-91307C157B0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7690" y="2631173"/>
            <a:ext cx="2249905" cy="1261554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33E23050-F6D2-4DC8-84A7-CE08220ED37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7690" y="1293062"/>
            <a:ext cx="2249904" cy="1261553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CF80071-30C0-4ABE-9E62-45F557006408}"/>
              </a:ext>
            </a:extLst>
          </p:cNvPr>
          <p:cNvSpPr txBox="1"/>
          <p:nvPr/>
        </p:nvSpPr>
        <p:spPr>
          <a:xfrm>
            <a:off x="6096000" y="439396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弱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58D1E6B-FFBB-4D32-B710-27CB54D85953}"/>
              </a:ext>
            </a:extLst>
          </p:cNvPr>
          <p:cNvSpPr txBox="1"/>
          <p:nvPr/>
        </p:nvSpPr>
        <p:spPr>
          <a:xfrm>
            <a:off x="10704893" y="443406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強</a:t>
            </a:r>
            <a:endParaRPr kumimoji="1" lang="ja-JP" altLang="en-US" dirty="0"/>
          </a:p>
        </p:txBody>
      </p:sp>
      <p:sp>
        <p:nvSpPr>
          <p:cNvPr id="3" name="矢印: 右 2">
            <a:extLst>
              <a:ext uri="{FF2B5EF4-FFF2-40B4-BE49-F238E27FC236}">
                <a16:creationId xmlns:a16="http://schemas.microsoft.com/office/drawing/2014/main" id="{4731F569-7461-40FE-A254-016EA67C6AAC}"/>
              </a:ext>
            </a:extLst>
          </p:cNvPr>
          <p:cNvSpPr/>
          <p:nvPr/>
        </p:nvSpPr>
        <p:spPr>
          <a:xfrm>
            <a:off x="6677696" y="4393961"/>
            <a:ext cx="4027197" cy="47464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8208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6C5076-B3CA-4119-8FC6-6DAA76D65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簡単に言うと</a:t>
            </a:r>
            <a:endParaRPr kumimoji="1" lang="ja-JP" altLang="en-US" dirty="0"/>
          </a:p>
        </p:txBody>
      </p:sp>
      <p:pic>
        <p:nvPicPr>
          <p:cNvPr id="2052" name="Picture 4" descr="画像">
            <a:extLst>
              <a:ext uri="{FF2B5EF4-FFF2-40B4-BE49-F238E27FC236}">
                <a16:creationId xmlns:a16="http://schemas.microsoft.com/office/drawing/2014/main" id="{404D788B-E87B-4C8D-9A4D-5D88A583C47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71" r="19201" b="4919"/>
          <a:stretch/>
        </p:blipFill>
        <p:spPr bwMode="auto">
          <a:xfrm>
            <a:off x="6903077" y="641522"/>
            <a:ext cx="4320862" cy="5411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C143010-47B9-4E8E-BD2C-5A0356AD4732}"/>
              </a:ext>
            </a:extLst>
          </p:cNvPr>
          <p:cNvSpPr txBox="1"/>
          <p:nvPr/>
        </p:nvSpPr>
        <p:spPr>
          <a:xfrm>
            <a:off x="2062016" y="2290227"/>
            <a:ext cx="224016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/>
              <a:t>残機増やす</a:t>
            </a:r>
            <a:endParaRPr kumimoji="1" lang="en-US" altLang="ja-JP" sz="3200" dirty="0"/>
          </a:p>
          <a:p>
            <a:endParaRPr kumimoji="1" lang="en-US" altLang="ja-JP" dirty="0"/>
          </a:p>
          <a:p>
            <a:endParaRPr kumimoji="1" lang="ja-JP" altLang="en-US" dirty="0"/>
          </a:p>
        </p:txBody>
      </p:sp>
      <p:pic>
        <p:nvPicPr>
          <p:cNvPr id="2054" name="Picture 6" descr="丸の半分/矢印 - 無料ベクター｜フリーイラストレーターAiファイル">
            <a:extLst>
              <a:ext uri="{FF2B5EF4-FFF2-40B4-BE49-F238E27FC236}">
                <a16:creationId xmlns:a16="http://schemas.microsoft.com/office/drawing/2014/main" id="{E5503DBB-E201-4BFF-9A38-6FC1EEF2F4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76204" y="2503736"/>
            <a:ext cx="2003712" cy="13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丸の半分/矢印 - 無料ベクター｜フリーイラストレーターAiファイル">
            <a:extLst>
              <a:ext uri="{FF2B5EF4-FFF2-40B4-BE49-F238E27FC236}">
                <a16:creationId xmlns:a16="http://schemas.microsoft.com/office/drawing/2014/main" id="{BFDBB1B6-B23E-49AE-AF25-6278EED84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3561024" y="2628059"/>
            <a:ext cx="2026995" cy="1351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C1BAB40-F83C-4F9A-9366-85504A56A79B}"/>
              </a:ext>
            </a:extLst>
          </p:cNvPr>
          <p:cNvSpPr txBox="1"/>
          <p:nvPr/>
        </p:nvSpPr>
        <p:spPr>
          <a:xfrm>
            <a:off x="2062016" y="3549443"/>
            <a:ext cx="20956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/>
              <a:t>バトル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6DC3EE3-6EE7-4E32-B2DE-589DD103F053}"/>
              </a:ext>
            </a:extLst>
          </p:cNvPr>
          <p:cNvSpPr txBox="1"/>
          <p:nvPr/>
        </p:nvSpPr>
        <p:spPr>
          <a:xfrm>
            <a:off x="559165" y="2352118"/>
            <a:ext cx="4088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余り持ち越し</a:t>
            </a:r>
          </a:p>
        </p:txBody>
      </p:sp>
    </p:spTree>
    <p:extLst>
      <p:ext uri="{BB962C8B-B14F-4D97-AF65-F5344CB8AC3E}">
        <p14:creationId xmlns:p14="http://schemas.microsoft.com/office/powerpoint/2010/main" val="3806343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C0BADF-6A5D-417F-B357-FBA08877E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D617C75A-80F3-4659-8459-07DA3FDC7C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23" t="16996" r="19111" b="28732"/>
          <a:stretch/>
        </p:blipFill>
        <p:spPr>
          <a:xfrm>
            <a:off x="5634508" y="365125"/>
            <a:ext cx="5766655" cy="4351338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9643F3C7-F3B1-43E2-B1F3-75D3DF06CFF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65125"/>
            <a:ext cx="526437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7A2FC16-B311-4629-9958-2C7DFABFCFF1}"/>
              </a:ext>
            </a:extLst>
          </p:cNvPr>
          <p:cNvSpPr txBox="1"/>
          <p:nvPr/>
        </p:nvSpPr>
        <p:spPr>
          <a:xfrm>
            <a:off x="2910625" y="5653825"/>
            <a:ext cx="59757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押し順小役の演出で相手を大量の敵を攻撃</a:t>
            </a:r>
            <a:r>
              <a:rPr lang="ja-JP" altLang="en-US" dirty="0"/>
              <a:t>！！</a:t>
            </a:r>
            <a:endParaRPr lang="en-US" altLang="ja-JP" dirty="0"/>
          </a:p>
          <a:p>
            <a:r>
              <a:rPr lang="ja-JP" altLang="en-US" dirty="0"/>
              <a:t>爽快感ある出玉感！！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850392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BC6345-74EE-46D1-9FDC-A609F7636A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35540"/>
            <a:ext cx="9144000" cy="1158883"/>
          </a:xfrm>
        </p:spPr>
        <p:txBody>
          <a:bodyPr/>
          <a:lstStyle/>
          <a:p>
            <a:r>
              <a:rPr kumimoji="1" lang="ja-JP" altLang="en-US" b="1" dirty="0"/>
              <a:t>個人資料</a:t>
            </a:r>
          </a:p>
        </p:txBody>
      </p:sp>
      <p:sp>
        <p:nvSpPr>
          <p:cNvPr id="5" name="字幕 4">
            <a:extLst>
              <a:ext uri="{FF2B5EF4-FFF2-40B4-BE49-F238E27FC236}">
                <a16:creationId xmlns:a16="http://schemas.microsoft.com/office/drawing/2014/main" id="{51F82500-DC95-4A9C-B8E9-49D2495F6E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23194"/>
            <a:ext cx="9144000" cy="2734606"/>
          </a:xfrm>
        </p:spPr>
        <p:txBody>
          <a:bodyPr/>
          <a:lstStyle/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98208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BC6345-74EE-46D1-9FDC-A609F7636A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35541"/>
            <a:ext cx="9144000" cy="1018162"/>
          </a:xfrm>
        </p:spPr>
        <p:txBody>
          <a:bodyPr/>
          <a:lstStyle/>
          <a:p>
            <a:r>
              <a:rPr kumimoji="1" lang="ja-JP" altLang="en-US" b="1" dirty="0"/>
              <a:t>テーマ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4B2898A-9754-46F8-A3D9-03F9265BC8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965433"/>
            <a:ext cx="12192000" cy="4519450"/>
          </a:xfrm>
        </p:spPr>
        <p:txBody>
          <a:bodyPr>
            <a:normAutofit/>
          </a:bodyPr>
          <a:lstStyle/>
          <a:p>
            <a:r>
              <a:rPr kumimoji="1" lang="ja-JP" altLang="en-US" sz="3500" dirty="0"/>
              <a:t>これまで自分がメイン</a:t>
            </a:r>
            <a:r>
              <a:rPr lang="ja-JP" altLang="en-US" sz="3500" dirty="0"/>
              <a:t>で</a:t>
            </a:r>
            <a:r>
              <a:rPr kumimoji="1" lang="ja-JP" altLang="en-US" sz="3500" dirty="0"/>
              <a:t>やってこなかったことをやりたい</a:t>
            </a:r>
            <a:endParaRPr kumimoji="1" lang="en-US" altLang="ja-JP" sz="3500" dirty="0"/>
          </a:p>
          <a:p>
            <a:endParaRPr kumimoji="1" lang="en-US" altLang="ja-JP" sz="3500" dirty="0"/>
          </a:p>
          <a:p>
            <a:r>
              <a:rPr lang="ja-JP" altLang="en-US" sz="5000" dirty="0"/>
              <a:t>↓</a:t>
            </a:r>
            <a:endParaRPr lang="en-US" altLang="ja-JP" sz="5000" dirty="0"/>
          </a:p>
          <a:p>
            <a:endParaRPr lang="en-US" altLang="ja-JP" sz="4000" dirty="0"/>
          </a:p>
          <a:p>
            <a:r>
              <a:rPr lang="ja-JP" altLang="en-US" sz="4000" dirty="0"/>
              <a:t>カメラを使った演出をこだわりたい</a:t>
            </a:r>
            <a:endParaRPr lang="en-US" altLang="ja-JP" sz="4000" dirty="0"/>
          </a:p>
        </p:txBody>
      </p:sp>
    </p:spTree>
    <p:extLst>
      <p:ext uri="{BB962C8B-B14F-4D97-AF65-F5344CB8AC3E}">
        <p14:creationId xmlns:p14="http://schemas.microsoft.com/office/powerpoint/2010/main" val="251888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BC6345-74EE-46D1-9FDC-A609F7636A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070043"/>
          </a:xfrm>
        </p:spPr>
        <p:txBody>
          <a:bodyPr>
            <a:normAutofit/>
          </a:bodyPr>
          <a:lstStyle/>
          <a:p>
            <a:pPr algn="l"/>
            <a:r>
              <a:rPr kumimoji="1" lang="ja-JP" altLang="en-US" sz="3800" dirty="0"/>
              <a:t>そもそもプログラムメインのカメラ演出があるのか？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4B2898A-9754-46F8-A3D9-03F9265BC8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560"/>
            <a:ext cx="12192000" cy="1227165"/>
          </a:xfrm>
        </p:spPr>
        <p:txBody>
          <a:bodyPr>
            <a:normAutofit/>
          </a:bodyPr>
          <a:lstStyle/>
          <a:p>
            <a:pPr algn="l"/>
            <a:r>
              <a:rPr lang="ja-JP" altLang="en-US" sz="3200" dirty="0"/>
              <a:t>アニメの台とかだとアニメの映像を使って見せていたり、</a:t>
            </a:r>
            <a:endParaRPr lang="en-US" altLang="ja-JP" sz="3200" dirty="0"/>
          </a:p>
          <a:p>
            <a:pPr algn="l"/>
            <a:r>
              <a:rPr lang="ja-JP" altLang="en-US" sz="3200" dirty="0"/>
              <a:t>新しく映像を作ってそれを流してる台もある</a:t>
            </a:r>
            <a:endParaRPr lang="en-US" altLang="ja-JP" sz="3200" dirty="0"/>
          </a:p>
        </p:txBody>
      </p:sp>
      <p:pic>
        <p:nvPicPr>
          <p:cNvPr id="4" name="画面録画 2026-10-27 111231">
            <a:hlinkClick r:id="" action="ppaction://media"/>
            <a:extLst>
              <a:ext uri="{FF2B5EF4-FFF2-40B4-BE49-F238E27FC236}">
                <a16:creationId xmlns:a16="http://schemas.microsoft.com/office/drawing/2014/main" id="{6894EDB1-EECB-46AA-B135-EAA19047E7E5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1883" end="31057.3"/>
                </p14:media>
              </p:ext>
            </p:extLst>
          </p:nvPr>
        </p:nvPicPr>
        <p:blipFill rotWithShape="1">
          <a:blip r:embed="rId5"/>
          <a:srcRect l="23987" t="8536" r="21920" b="39379"/>
          <a:stretch/>
        </p:blipFill>
        <p:spPr>
          <a:xfrm>
            <a:off x="862521" y="3480881"/>
            <a:ext cx="4504504" cy="2490281"/>
          </a:xfrm>
          <a:prstGeom prst="rect">
            <a:avLst/>
          </a:prstGeom>
        </p:spPr>
      </p:pic>
      <p:pic>
        <p:nvPicPr>
          <p:cNvPr id="5" name="画面録画 2026-10-27 113617">
            <a:hlinkClick r:id="" action="ppaction://media"/>
            <a:extLst>
              <a:ext uri="{FF2B5EF4-FFF2-40B4-BE49-F238E27FC236}">
                <a16:creationId xmlns:a16="http://schemas.microsoft.com/office/drawing/2014/main" id="{19C41688-9AE3-458C-B977-F61EF9922F45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3">
                  <p14:trim end="45168.6333"/>
                </p14:media>
              </p:ext>
            </p:extLst>
          </p:nvPr>
        </p:nvPicPr>
        <p:blipFill rotWithShape="1">
          <a:blip r:embed="rId6"/>
          <a:srcRect l="14074" t="4378" r="9935" b="19801"/>
          <a:stretch/>
        </p:blipFill>
        <p:spPr>
          <a:xfrm>
            <a:off x="6501918" y="3482164"/>
            <a:ext cx="4736772" cy="2488998"/>
          </a:xfrm>
          <a:prstGeom prst="rect">
            <a:avLst/>
          </a:prstGeom>
        </p:spPr>
      </p:pic>
      <p:sp>
        <p:nvSpPr>
          <p:cNvPr id="6" name="字幕 2">
            <a:extLst>
              <a:ext uri="{FF2B5EF4-FFF2-40B4-BE49-F238E27FC236}">
                <a16:creationId xmlns:a16="http://schemas.microsoft.com/office/drawing/2014/main" id="{7BDDAE6A-7D83-4671-B2EC-1A06059B8F9E}"/>
              </a:ext>
            </a:extLst>
          </p:cNvPr>
          <p:cNvSpPr txBox="1">
            <a:spLocks/>
          </p:cNvSpPr>
          <p:nvPr/>
        </p:nvSpPr>
        <p:spPr>
          <a:xfrm>
            <a:off x="862521" y="2968698"/>
            <a:ext cx="4504504" cy="590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2500" dirty="0"/>
              <a:t>アニメ映像の例</a:t>
            </a:r>
            <a:endParaRPr lang="en-US" altLang="ja-JP" sz="2500" dirty="0"/>
          </a:p>
        </p:txBody>
      </p:sp>
      <p:sp>
        <p:nvSpPr>
          <p:cNvPr id="7" name="字幕 2">
            <a:extLst>
              <a:ext uri="{FF2B5EF4-FFF2-40B4-BE49-F238E27FC236}">
                <a16:creationId xmlns:a16="http://schemas.microsoft.com/office/drawing/2014/main" id="{47A18198-7395-491C-B29B-B318596D7D1E}"/>
              </a:ext>
            </a:extLst>
          </p:cNvPr>
          <p:cNvSpPr txBox="1">
            <a:spLocks/>
          </p:cNvSpPr>
          <p:nvPr/>
        </p:nvSpPr>
        <p:spPr>
          <a:xfrm>
            <a:off x="6501918" y="2968698"/>
            <a:ext cx="4736773" cy="510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2500" dirty="0"/>
              <a:t>新規映像の例</a:t>
            </a:r>
            <a:endParaRPr lang="en-US" altLang="ja-JP" sz="2500" dirty="0"/>
          </a:p>
        </p:txBody>
      </p:sp>
      <p:sp>
        <p:nvSpPr>
          <p:cNvPr id="8" name="字幕 2">
            <a:extLst>
              <a:ext uri="{FF2B5EF4-FFF2-40B4-BE49-F238E27FC236}">
                <a16:creationId xmlns:a16="http://schemas.microsoft.com/office/drawing/2014/main" id="{58E0299F-A2E4-40DC-97E7-2D5D56ADB33D}"/>
              </a:ext>
            </a:extLst>
          </p:cNvPr>
          <p:cNvSpPr txBox="1">
            <a:spLocks/>
          </p:cNvSpPr>
          <p:nvPr/>
        </p:nvSpPr>
        <p:spPr>
          <a:xfrm>
            <a:off x="862521" y="6083030"/>
            <a:ext cx="4504504" cy="478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000" b="0" i="0" dirty="0">
                <a:solidFill>
                  <a:srgbClr val="000000"/>
                </a:solidFill>
                <a:effectLst/>
                <a:latin typeface="ヒラギノ角ゴ Pro W3"/>
              </a:rPr>
              <a:t>L </a:t>
            </a:r>
            <a:r>
              <a:rPr lang="ja-JP" altLang="en-US" sz="2000" b="0" i="0" dirty="0">
                <a:solidFill>
                  <a:srgbClr val="000000"/>
                </a:solidFill>
                <a:effectLst/>
                <a:latin typeface="ヒラギノ角ゴ Pro W3"/>
              </a:rPr>
              <a:t>スマスロ リコリス・リコイル</a:t>
            </a:r>
            <a:endParaRPr lang="en-US" altLang="ja-JP" sz="2500" dirty="0"/>
          </a:p>
        </p:txBody>
      </p:sp>
      <p:sp>
        <p:nvSpPr>
          <p:cNvPr id="9" name="字幕 2">
            <a:extLst>
              <a:ext uri="{FF2B5EF4-FFF2-40B4-BE49-F238E27FC236}">
                <a16:creationId xmlns:a16="http://schemas.microsoft.com/office/drawing/2014/main" id="{D193A913-25AA-4CD9-AD44-9CE901469D77}"/>
              </a:ext>
            </a:extLst>
          </p:cNvPr>
          <p:cNvSpPr txBox="1">
            <a:spLocks/>
          </p:cNvSpPr>
          <p:nvPr/>
        </p:nvSpPr>
        <p:spPr>
          <a:xfrm>
            <a:off x="6501917" y="6083030"/>
            <a:ext cx="4736771" cy="4376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000" dirty="0">
                <a:solidFill>
                  <a:srgbClr val="000000"/>
                </a:solidFill>
                <a:latin typeface="ヒラギノ角ゴ Pro W3"/>
              </a:rPr>
              <a:t>P</a:t>
            </a:r>
            <a:r>
              <a:rPr lang="ja-JP" altLang="en-US" sz="2000" dirty="0">
                <a:solidFill>
                  <a:srgbClr val="000000"/>
                </a:solidFill>
                <a:latin typeface="ヒラギノ角ゴ Pro W3"/>
              </a:rPr>
              <a:t>とある科学の超電磁砲２</a:t>
            </a:r>
            <a:endParaRPr lang="en-US" altLang="ja-JP" sz="2500" dirty="0"/>
          </a:p>
        </p:txBody>
      </p:sp>
    </p:spTree>
    <p:extLst>
      <p:ext uri="{BB962C8B-B14F-4D97-AF65-F5344CB8AC3E}">
        <p14:creationId xmlns:p14="http://schemas.microsoft.com/office/powerpoint/2010/main" val="3817496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79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949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 mute="1">
                <p:cTn id="1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BC6345-74EE-46D1-9FDC-A609F7636A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310009" cy="1070043"/>
          </a:xfrm>
        </p:spPr>
        <p:txBody>
          <a:bodyPr/>
          <a:lstStyle/>
          <a:p>
            <a:pPr algn="l"/>
            <a:r>
              <a:rPr kumimoji="1" lang="ja-JP" altLang="en-US" dirty="0"/>
              <a:t>制作予定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4B2898A-9754-46F8-A3D9-03F9265BC8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74843"/>
            <a:ext cx="10175132" cy="4195863"/>
          </a:xfrm>
        </p:spPr>
        <p:txBody>
          <a:bodyPr/>
          <a:lstStyle/>
          <a:p>
            <a:pPr algn="l"/>
            <a:r>
              <a:rPr kumimoji="1" lang="ja-JP" altLang="en-US" dirty="0"/>
              <a:t>・パチスロに使えそうなカメラエディターの制作</a:t>
            </a:r>
            <a:endParaRPr kumimoji="1" lang="en-US" altLang="ja-JP" dirty="0"/>
          </a:p>
          <a:p>
            <a:pPr algn="l"/>
            <a:r>
              <a:rPr kumimoji="1" lang="ja-JP" altLang="en-US" dirty="0"/>
              <a:t>　</a:t>
            </a:r>
            <a:r>
              <a:rPr lang="ja-JP" altLang="en-US" dirty="0"/>
              <a:t>カメラの位置や回転の変更</a:t>
            </a:r>
            <a:endParaRPr lang="en-US" altLang="ja-JP" dirty="0"/>
          </a:p>
          <a:p>
            <a:pPr algn="l"/>
            <a:r>
              <a:rPr lang="ja-JP" altLang="en-US" dirty="0"/>
              <a:t>　注視対象の指定</a:t>
            </a:r>
            <a:endParaRPr lang="en-US" altLang="ja-JP" dirty="0"/>
          </a:p>
          <a:p>
            <a:pPr algn="l"/>
            <a:r>
              <a:rPr lang="ja-JP" altLang="en-US" dirty="0"/>
              <a:t>　演出データの保存</a:t>
            </a:r>
            <a:endParaRPr lang="en-US" altLang="ja-JP" dirty="0"/>
          </a:p>
          <a:p>
            <a:pPr algn="l"/>
            <a:r>
              <a:rPr lang="ja-JP" altLang="en-US" dirty="0"/>
              <a:t>　</a:t>
            </a:r>
            <a:endParaRPr lang="en-US" altLang="ja-JP" dirty="0"/>
          </a:p>
          <a:p>
            <a:pPr algn="l"/>
            <a:r>
              <a:rPr lang="ja-JP" altLang="en-US" dirty="0"/>
              <a:t>　違和感演出のフラグ設置</a:t>
            </a:r>
            <a:endParaRPr lang="en-US" altLang="ja-JP" dirty="0"/>
          </a:p>
          <a:p>
            <a:pPr algn="l"/>
            <a:r>
              <a:rPr lang="ja-JP" altLang="en-US" dirty="0"/>
              <a:t>　</a:t>
            </a:r>
            <a:r>
              <a:rPr lang="en-US" altLang="ja-JP" dirty="0"/>
              <a:t>(</a:t>
            </a:r>
            <a:r>
              <a:rPr lang="ja-JP" altLang="en-US" dirty="0"/>
              <a:t>画面揺れ、エフェクトの色示唆など</a:t>
            </a:r>
            <a:r>
              <a:rPr lang="en-US" altLang="ja-JP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23946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F85B6C-27CC-4930-8A27-90FAC3C33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31137"/>
            <a:ext cx="4941651" cy="1325563"/>
          </a:xfrm>
        </p:spPr>
        <p:txBody>
          <a:bodyPr/>
          <a:lstStyle/>
          <a:p>
            <a:r>
              <a:rPr kumimoji="1" lang="ja-JP" altLang="en-US" dirty="0"/>
              <a:t>作りたいステージ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015CBAC-85A5-4CF3-A2F4-7C0A53219F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5" t="4807" r="1997" b="2232"/>
          <a:stretch/>
        </p:blipFill>
        <p:spPr>
          <a:xfrm>
            <a:off x="7827520" y="1338557"/>
            <a:ext cx="4182897" cy="2346296"/>
          </a:xfr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A10A971-C6EA-42A0-90ED-A28FEC7CE159}"/>
              </a:ext>
            </a:extLst>
          </p:cNvPr>
          <p:cNvSpPr txBox="1"/>
          <p:nvPr/>
        </p:nvSpPr>
        <p:spPr>
          <a:xfrm>
            <a:off x="7827520" y="3741209"/>
            <a:ext cx="4182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全滅</a:t>
            </a:r>
            <a:r>
              <a:rPr kumimoji="1" lang="en-US" altLang="ja-JP" dirty="0"/>
              <a:t>!?</a:t>
            </a:r>
            <a:endParaRPr kumimoji="1" lang="ja-JP" alt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0B7974D-14F6-4EAC-8AFF-910A19EDB4B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0" r="1356"/>
          <a:stretch/>
        </p:blipFill>
        <p:spPr>
          <a:xfrm>
            <a:off x="3942146" y="3290189"/>
            <a:ext cx="3677057" cy="3048157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DC285B7B-1BEE-438A-B5C3-93188D71ABD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48" t="15211" r="42007" b="21332"/>
          <a:stretch/>
        </p:blipFill>
        <p:spPr>
          <a:xfrm>
            <a:off x="95025" y="1338557"/>
            <a:ext cx="3638804" cy="2955702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5381EC2-CD59-4452-8EEC-3E5AE71B92B8}"/>
              </a:ext>
            </a:extLst>
          </p:cNvPr>
          <p:cNvSpPr txBox="1"/>
          <p:nvPr/>
        </p:nvSpPr>
        <p:spPr>
          <a:xfrm>
            <a:off x="3942146" y="6384859"/>
            <a:ext cx="3677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囲まれる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7BEFF59-EE58-4519-BB1F-10316D00DFFF}"/>
              </a:ext>
            </a:extLst>
          </p:cNvPr>
          <p:cNvSpPr txBox="1"/>
          <p:nvPr/>
        </p:nvSpPr>
        <p:spPr>
          <a:xfrm>
            <a:off x="95025" y="4294259"/>
            <a:ext cx="3638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走る</a:t>
            </a:r>
          </a:p>
        </p:txBody>
      </p:sp>
    </p:spTree>
    <p:extLst>
      <p:ext uri="{BB962C8B-B14F-4D97-AF65-F5344CB8AC3E}">
        <p14:creationId xmlns:p14="http://schemas.microsoft.com/office/powerpoint/2010/main" val="729688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337</Words>
  <Application>Microsoft Office PowerPoint</Application>
  <PresentationFormat>ワイド画面</PresentationFormat>
  <Paragraphs>72</Paragraphs>
  <Slides>16</Slides>
  <Notes>2</Notes>
  <HiddenSlides>0</HiddenSlides>
  <MMClips>2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2" baseType="lpstr">
      <vt:lpstr>HGS創英角ﾎﾟｯﾌﾟ体</vt:lpstr>
      <vt:lpstr>ヒラギノ角ゴ Pro W3</vt:lpstr>
      <vt:lpstr>游ゴシック</vt:lpstr>
      <vt:lpstr>游ゴシック Light</vt:lpstr>
      <vt:lpstr>Arial</vt:lpstr>
      <vt:lpstr>Office テーマ</vt:lpstr>
      <vt:lpstr>企画</vt:lpstr>
      <vt:lpstr>コンセプト</vt:lpstr>
      <vt:lpstr>補足</vt:lpstr>
      <vt:lpstr>ビジュアル、設定</vt:lpstr>
      <vt:lpstr>モチーフ作品</vt:lpstr>
      <vt:lpstr>ゲームフロー</vt:lpstr>
      <vt:lpstr>ゲームでのイメージ</vt:lpstr>
      <vt:lpstr>ボーナスゲーム</vt:lpstr>
      <vt:lpstr>バトルゲーム</vt:lpstr>
      <vt:lpstr>簡単に言うと</vt:lpstr>
      <vt:lpstr>PowerPoint プレゼンテーション</vt:lpstr>
      <vt:lpstr>個人資料</vt:lpstr>
      <vt:lpstr>テーマ</vt:lpstr>
      <vt:lpstr>そもそもプログラムメインのカメラ演出があるのか？</vt:lpstr>
      <vt:lpstr>制作予定</vt:lpstr>
      <vt:lpstr>作りたいステージ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バナナ 頑張る</dc:creator>
  <cp:lastModifiedBy>daiki satou</cp:lastModifiedBy>
  <cp:revision>22</cp:revision>
  <dcterms:created xsi:type="dcterms:W3CDTF">2026-10-27T00:19:34Z</dcterms:created>
  <dcterms:modified xsi:type="dcterms:W3CDTF">2026-10-27T05:27:39Z</dcterms:modified>
</cp:coreProperties>
</file>