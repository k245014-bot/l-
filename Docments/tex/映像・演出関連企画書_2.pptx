
<file path=[Content_Types].xml><?xml version="1.0" encoding="utf-8"?>
<Types xmlns="http://schemas.openxmlformats.org/package/2006/content-types"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316E39-1CCC-486B-8398-64DA0555A0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96A606B-9B59-4A0B-8170-14ECC35DAD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66845E-708B-4E3D-9712-4689747F1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3168-3CCE-4441-9165-B213473A1DC1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AE1199-3B70-4490-B47F-5E28E4209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54FDBF-133E-4DEB-8583-9460C8F4D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A2B8-DEC1-49D5-9F6B-6DE0CA7A77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3407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1DD4FC-F6E3-4FCC-A730-0AC0AFEDF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DAB00A-6D13-4784-AE6A-FB36C6840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0E01871-31AE-4FF5-9914-B4D5E251F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3168-3CCE-4441-9165-B213473A1DC1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0BF57DF-EF0E-46C0-A77C-78EC3C17E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761DEB5-9B9B-4D8F-8033-1EC2B00EA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A2B8-DEC1-49D5-9F6B-6DE0CA7A77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1035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0C1581-4FB0-4253-A9EC-414ADB9EB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6D57875-8407-46E2-A7FC-EBF5F7A05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2393321-EAA3-4E77-8034-2B79F8A46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3168-3CCE-4441-9165-B213473A1DC1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340682B-C3A0-403A-837F-13AC98E09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0435850-426C-4CF2-A52D-1DFBAA7C1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A2B8-DEC1-49D5-9F6B-6DE0CA7A77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8264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E6FF00-C283-4C1C-A28C-427FA9656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4477E53-B632-4E06-8E00-1A69067DD7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57710D3-3D43-421D-9C9B-B5200DABDE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ACAAD80-CFCB-45D1-ACFF-A160A7340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3168-3CCE-4441-9165-B213473A1DC1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1BBBF13-3FD2-4FE1-8223-06165356C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06CD3ED-44B5-4A26-8E4B-B89BB2AA7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A2B8-DEC1-49D5-9F6B-6DE0CA7A77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5763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42A470-89C0-408A-8316-FE84D5169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D89974D-2360-4485-BF3C-6D0F68648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DA09690-3E13-488D-BC00-78E5AE98EB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B3B5975-231F-4D15-8D16-D51365B6F5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525A379-F71F-4563-B34C-43F028A488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66AF50E-EDEA-44A0-9486-BD2CE83A5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3168-3CCE-4441-9165-B213473A1DC1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5ED38C4-B36B-4911-91A1-EFA72DA93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849A0DC-7240-4991-9194-80B7E3538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A2B8-DEC1-49D5-9F6B-6DE0CA7A77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6702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29E5FE-6821-43E4-A58D-688598AD3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320C609-AB75-4A94-A375-EC170720F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3168-3CCE-4441-9165-B213473A1DC1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88B1E2D-FF12-4909-9C8A-E71FA3FF8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AE4A588-4630-489C-842D-6C664EBBD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A2B8-DEC1-49D5-9F6B-6DE0CA7A77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6084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EF2669A-ECF2-4F17-9AB2-277F9FFD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3168-3CCE-4441-9165-B213473A1DC1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91B0BDD-E827-4EF9-ABA7-B8369F9CA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F1F8CED-BB2E-4FCA-BE6C-2E0C3215B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A2B8-DEC1-49D5-9F6B-6DE0CA7A77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2016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C750D3-D33F-49B2-A3A3-298EAFC97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30150A0-100B-4F33-A367-9256CC9D2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EE42750-269C-4D74-A600-22D9B1582C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021ECE2-0547-4C27-8F6F-0B2DA6AB9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3168-3CCE-4441-9165-B213473A1DC1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FC8D25E-ADCD-411A-BA31-601C921FC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8D06E1D-6552-4F52-9A1F-E38E7B149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A2B8-DEC1-49D5-9F6B-6DE0CA7A77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959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1647ED-A93D-4A5B-9357-E5ED28F20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85A3650-A00F-41EC-8AF2-EBCBD0D6D7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A40D62B-7EFC-43F7-A9BD-EE4ED1FCE8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89D0897-D58D-4CEF-B392-3F2997DEA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3168-3CCE-4441-9165-B213473A1DC1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9C3AC94-C2D7-482F-AF90-E9D8DA84F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6E2A953-72C7-47E6-A839-519ED0F3A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A2B8-DEC1-49D5-9F6B-6DE0CA7A77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8245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A61E4A-1F2F-4277-A003-47D2A615A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481E3F4-8340-405A-AA69-E81D09DE3D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912E46-CD9B-4F08-9B69-91B8CE407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3168-3CCE-4441-9165-B213473A1DC1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4253A6B-FF12-4F3E-87D3-7BFA895CA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DC4100-46E5-4A0C-B3D7-10154DA95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A2B8-DEC1-49D5-9F6B-6DE0CA7A77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5482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B548291-6A9F-4E53-B190-7F2DF7B181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F2068D4-D24B-41F1-BE76-41CDD3F1A0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306F30C-38F9-4A41-89E1-5B3204372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3168-3CCE-4441-9165-B213473A1DC1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DAA81AD-FABA-430B-AF16-F9DDCC8C3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D06AB2D-60E5-4F98-8DAA-0AEF13ABB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A2B8-DEC1-49D5-9F6B-6DE0CA7A77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8496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7D5C70F-478C-4C8C-8DE6-CC46F4889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71A67AE-3F5B-47EB-A109-B799FDBFF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2A0D62-5A19-4EC6-894D-DACDE65C0C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0F3168-3CCE-4441-9165-B213473A1DC1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B8507CC-FF04-4F29-AB75-1A6A705298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49E8FD6-F8F2-4C44-8EAA-3F32C616F8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62A2B8-DEC1-49D5-9F6B-6DE0CA7A77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5413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OV"/><Relationship Id="rId1" Type="http://schemas.microsoft.com/office/2007/relationships/media" Target="../media/media2.MOV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811851-79A0-4CCA-9D6C-C689AAC1C2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>
                <a:latin typeface="HG創英ﾌﾟﾚｾﾞﾝｽEB" panose="02020809000000000000" pitchFamily="17" charset="-128"/>
                <a:ea typeface="HG創英ﾌﾟﾚｾﾞﾝｽEB" panose="02020809000000000000" pitchFamily="17" charset="-128"/>
              </a:rPr>
              <a:t>遊技機　映像企画書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72E7352-5DB4-4013-8519-C9DE6D83EC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sz="3200" b="1" dirty="0">
                <a:latin typeface="07あかずきんポップ Heavy" panose="00000900000000000000" pitchFamily="50" charset="-128"/>
                <a:ea typeface="07あかずきんポップ Heavy" panose="00000900000000000000" pitchFamily="50" charset="-128"/>
                <a:cs typeface="07あかずきんポップ Heavy" panose="00000900000000000000" pitchFamily="50" charset="-128"/>
              </a:rPr>
              <a:t>児玉遥輝</a:t>
            </a:r>
          </a:p>
        </p:txBody>
      </p:sp>
    </p:spTree>
    <p:extLst>
      <p:ext uri="{BB962C8B-B14F-4D97-AF65-F5344CB8AC3E}">
        <p14:creationId xmlns:p14="http://schemas.microsoft.com/office/powerpoint/2010/main" val="3538602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D00E92-836D-4462-B2B9-2DC111D90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 dirty="0"/>
              <a:t>北斗の拳 転生の章２を基盤に</a:t>
            </a:r>
          </a:p>
        </p:txBody>
      </p:sp>
      <p:pic>
        <p:nvPicPr>
          <p:cNvPr id="4" name="IMG_3004">
            <a:hlinkClick r:id="" action="ppaction://media"/>
            <a:extLst>
              <a:ext uri="{FF2B5EF4-FFF2-40B4-BE49-F238E27FC236}">
                <a16:creationId xmlns:a16="http://schemas.microsoft.com/office/drawing/2014/main" id="{AC590644-5EC7-47E9-9274-BEC9EDFC40CC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54122" y="1448247"/>
            <a:ext cx="2924113" cy="5197792"/>
          </a:xfr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8E348DA-D1FB-413C-BE1C-FE7F175A9A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154" y="1754620"/>
            <a:ext cx="3553691" cy="4738255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3CA24DAB-E0DF-4CA1-8C9F-175CBEE32D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317" y="1754620"/>
            <a:ext cx="3553691" cy="4738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140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83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B67B49-6662-4071-8D07-21288D798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図柄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C9AB56B-F5D0-4A0A-9774-8DF58299F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7270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BACF80-F8AC-4F11-8276-6E9963BFF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UI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5C8BA71-59D6-4704-A230-44AB22ECC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ja-JP" altLang="ja-JP" sz="18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★・獲得枚数　　　　　　　　　　　　　　　　北斗参考？</a:t>
            </a:r>
          </a:p>
          <a:p>
            <a:pPr algn="just"/>
            <a:r>
              <a:rPr lang="ja-JP" altLang="ja-JP" sz="18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★・残りゲーム数　　　　　　　　　　　　　　北斗参考？</a:t>
            </a:r>
          </a:p>
          <a:p>
            <a:pPr algn="just"/>
            <a:r>
              <a:rPr lang="ja-JP" altLang="ja-JP" sz="18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★・勝舞魂数　　　　　　　　　　　　　　　　北斗と融合</a:t>
            </a:r>
          </a:p>
          <a:p>
            <a:pPr algn="just"/>
            <a:r>
              <a:rPr lang="ja-JP" altLang="ja-JP" sz="18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★・ベルナビ</a:t>
            </a:r>
            <a:r>
              <a:rPr lang="en-US" altLang="ja-JP" sz="18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(</a:t>
            </a:r>
            <a:r>
              <a:rPr lang="ja-JP" altLang="ja-JP" sz="18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複数パターン、黄色、青、紫</a:t>
            </a:r>
            <a:r>
              <a:rPr lang="en-US" altLang="ja-JP" sz="18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)</a:t>
            </a:r>
            <a:r>
              <a:rPr lang="ja-JP" altLang="ja-JP" sz="18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　　　仮作成開始</a:t>
            </a:r>
          </a:p>
          <a:p>
            <a:pPr algn="just"/>
            <a:r>
              <a:rPr lang="ja-JP" altLang="ja-JP" sz="18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・</a:t>
            </a:r>
            <a:r>
              <a:rPr lang="en-US" altLang="ja-JP" sz="18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!</a:t>
            </a:r>
            <a:r>
              <a:rPr lang="ja-JP" altLang="ja-JP" sz="18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ナビ　　　　　　　　　　　　　　　　　　何を参考に？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10713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934455-316B-4002-B899-8F85F39D2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403" y="-106131"/>
            <a:ext cx="10515600" cy="1325563"/>
          </a:xfrm>
        </p:spPr>
        <p:txBody>
          <a:bodyPr/>
          <a:lstStyle/>
          <a:p>
            <a:r>
              <a:rPr kumimoji="1" lang="ja-JP" altLang="en-US" b="1" dirty="0"/>
              <a:t>カットイン＿</a:t>
            </a:r>
            <a:r>
              <a:rPr kumimoji="1" lang="en-US" altLang="ja-JP" b="1" dirty="0"/>
              <a:t>V</a:t>
            </a:r>
            <a:r>
              <a:rPr kumimoji="1" lang="ja-JP" altLang="en-US" b="1" dirty="0"/>
              <a:t>ストック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0B04B1D-B81D-4C0C-8BF8-6B812CD51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8867"/>
            <a:ext cx="10515600" cy="4351338"/>
          </a:xfrm>
        </p:spPr>
        <p:txBody>
          <a:bodyPr/>
          <a:lstStyle/>
          <a:p>
            <a:r>
              <a:rPr kumimoji="1" lang="ja-JP" altLang="en-US" dirty="0"/>
              <a:t>７を狙えカットインを制作　色示唆する</a:t>
            </a:r>
            <a:endParaRPr kumimoji="1" lang="en-US" altLang="ja-JP" dirty="0"/>
          </a:p>
          <a:p>
            <a:r>
              <a:rPr lang="ja-JP" altLang="en-US" dirty="0"/>
              <a:t>各キャラを自分たちで撮影。虹のみ全員集合</a:t>
            </a:r>
            <a:endParaRPr kumimoji="1" lang="ja-JP" altLang="en-US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C6188A2E-3103-4A06-AE35-68201D18A6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422" y="4536561"/>
            <a:ext cx="3569960" cy="2008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EBD3ABD4-B89D-4306-B496-ABF5780661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991" y="4501414"/>
            <a:ext cx="5080906" cy="2033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6886AEE9-633B-416A-97D1-D0C45BCA472F}"/>
              </a:ext>
            </a:extLst>
          </p:cNvPr>
          <p:cNvCxnSpPr>
            <a:cxnSpLocks/>
          </p:cNvCxnSpPr>
          <p:nvPr/>
        </p:nvCxnSpPr>
        <p:spPr>
          <a:xfrm flipV="1">
            <a:off x="5925786" y="2000992"/>
            <a:ext cx="5147954" cy="10320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2120D47-FD0F-4460-8625-59E63DCC890B}"/>
              </a:ext>
            </a:extLst>
          </p:cNvPr>
          <p:cNvSpPr txBox="1"/>
          <p:nvPr/>
        </p:nvSpPr>
        <p:spPr>
          <a:xfrm>
            <a:off x="5992834" y="3920329"/>
            <a:ext cx="58528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/>
              <a:t>青　黄色　緑　紫　赤　</a:t>
            </a:r>
            <a:r>
              <a:rPr kumimoji="1" lang="en-US" altLang="ja-JP" sz="2400" b="1" dirty="0"/>
              <a:t>(</a:t>
            </a:r>
            <a:r>
              <a:rPr kumimoji="1" lang="ja-JP" altLang="en-US" sz="2400" b="1" dirty="0"/>
              <a:t>金</a:t>
            </a:r>
            <a:r>
              <a:rPr kumimoji="1" lang="en-US" altLang="ja-JP" sz="2400" b="1" dirty="0"/>
              <a:t>)</a:t>
            </a:r>
            <a:r>
              <a:rPr kumimoji="1" lang="ja-JP" altLang="en-US" sz="2400" b="1" dirty="0"/>
              <a:t>　虹色</a:t>
            </a:r>
          </a:p>
        </p:txBody>
      </p:sp>
      <p:pic>
        <p:nvPicPr>
          <p:cNvPr id="1036" name="Picture 12">
            <a:extLst>
              <a:ext uri="{FF2B5EF4-FFF2-40B4-BE49-F238E27FC236}">
                <a16:creationId xmlns:a16="http://schemas.microsoft.com/office/drawing/2014/main" id="{62033ACD-455C-4EE4-990D-92CA01D0B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4513" y="2702389"/>
            <a:ext cx="2609851" cy="1064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C5D3EDDB-CC5D-48B0-879D-EA6399345F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840" y="2137557"/>
            <a:ext cx="2805547" cy="2244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804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98CDF0-680D-419D-8AE9-C63D698F8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継続濃厚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7EED0DA-3E85-42D7-95C2-C215F9CB8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例　スマスロ北斗　雲動くなど</a:t>
            </a:r>
          </a:p>
        </p:txBody>
      </p:sp>
    </p:spTree>
    <p:extLst>
      <p:ext uri="{BB962C8B-B14F-4D97-AF65-F5344CB8AC3E}">
        <p14:creationId xmlns:p14="http://schemas.microsoft.com/office/powerpoint/2010/main" val="2071712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C4B94A-DAA6-417A-96E9-C974D34E9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ナビボイス</a:t>
            </a:r>
            <a:r>
              <a:rPr kumimoji="1" lang="en-US" altLang="ja-JP" dirty="0"/>
              <a:t>(</a:t>
            </a:r>
            <a:r>
              <a:rPr kumimoji="1" lang="ja-JP" altLang="en-US" dirty="0"/>
              <a:t>予定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2DB2D74-A551-4758-A25D-B4ABCEBE3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プレミア　大津氏が制作</a:t>
            </a:r>
            <a:endParaRPr kumimoji="1" lang="en-US" altLang="ja-JP" dirty="0"/>
          </a:p>
          <a:p>
            <a:r>
              <a:rPr lang="ja-JP" altLang="en-US" dirty="0"/>
              <a:t>通常　　　他が制作</a:t>
            </a:r>
            <a:endParaRPr kumimoji="1" lang="ja-JP" altLang="en-US" dirty="0"/>
          </a:p>
        </p:txBody>
      </p:sp>
      <p:pic>
        <p:nvPicPr>
          <p:cNvPr id="4" name="ベルナビ">
            <a:hlinkClick r:id="" action="ppaction://media"/>
            <a:extLst>
              <a:ext uri="{FF2B5EF4-FFF2-40B4-BE49-F238E27FC236}">
                <a16:creationId xmlns:a16="http://schemas.microsoft.com/office/drawing/2014/main" id="{EEDCC3FE-07DC-4BCD-B5DD-AA8DB294F82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701687" y="681037"/>
            <a:ext cx="3209678" cy="5706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98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33C663-232C-481E-AAED-BFB5CD251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 dirty="0">
                <a:latin typeface="HG創英ﾌﾟﾚｾﾞﾝｽEB" panose="02020809000000000000" pitchFamily="17" charset="-128"/>
                <a:ea typeface="HG創英ﾌﾟﾚｾﾞﾝｽEB" panose="02020809000000000000" pitchFamily="17" charset="-128"/>
              </a:rPr>
              <a:t>継続中の画面ステージ？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DD7F3C-BEDC-47E4-8BF1-F33A9BE4B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4580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124</Words>
  <Application>Microsoft Office PowerPoint</Application>
  <PresentationFormat>ワイド画面</PresentationFormat>
  <Paragraphs>20</Paragraphs>
  <Slides>8</Slides>
  <Notes>0</Notes>
  <HiddenSlides>0</HiddenSlides>
  <MMClips>2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5" baseType="lpstr">
      <vt:lpstr>07あかずきんポップ Heavy</vt:lpstr>
      <vt:lpstr>HG創英ﾌﾟﾚｾﾞﾝｽEB</vt:lpstr>
      <vt:lpstr>游ゴシック</vt:lpstr>
      <vt:lpstr>游ゴシック Light</vt:lpstr>
      <vt:lpstr>游明朝</vt:lpstr>
      <vt:lpstr>Arial</vt:lpstr>
      <vt:lpstr>Office テーマ</vt:lpstr>
      <vt:lpstr>遊技機　映像企画書</vt:lpstr>
      <vt:lpstr>北斗の拳 転生の章２を基盤に</vt:lpstr>
      <vt:lpstr>図柄</vt:lpstr>
      <vt:lpstr>UI</vt:lpstr>
      <vt:lpstr>カットイン＿Vストック</vt:lpstr>
      <vt:lpstr>継続濃厚</vt:lpstr>
      <vt:lpstr>ナビボイス(予定)</vt:lpstr>
      <vt:lpstr>継続中の画面ステージ？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遊技機　映像企画書</dc:title>
  <dc:creator>デスソース ハンバーグ</dc:creator>
  <cp:lastModifiedBy>デスソース ハンバーグ</cp:lastModifiedBy>
  <cp:revision>8</cp:revision>
  <dcterms:created xsi:type="dcterms:W3CDTF">2026-10-06T00:41:29Z</dcterms:created>
  <dcterms:modified xsi:type="dcterms:W3CDTF">2026-10-06T02:42:16Z</dcterms:modified>
</cp:coreProperties>
</file>